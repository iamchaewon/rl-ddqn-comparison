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0"/>
  </p:notesMasterIdLst>
  <p:sldIdLst>
    <p:sldId id="256" r:id="rId2"/>
    <p:sldId id="285" r:id="rId3"/>
    <p:sldId id="260" r:id="rId4"/>
    <p:sldId id="269" r:id="rId5"/>
    <p:sldId id="258" r:id="rId6"/>
    <p:sldId id="270" r:id="rId7"/>
    <p:sldId id="261" r:id="rId8"/>
    <p:sldId id="262" r:id="rId9"/>
    <p:sldId id="271" r:id="rId10"/>
    <p:sldId id="263" r:id="rId11"/>
    <p:sldId id="272" r:id="rId12"/>
    <p:sldId id="264" r:id="rId13"/>
    <p:sldId id="273" r:id="rId14"/>
    <p:sldId id="265" r:id="rId15"/>
    <p:sldId id="277" r:id="rId16"/>
    <p:sldId id="274" r:id="rId17"/>
    <p:sldId id="266" r:id="rId18"/>
    <p:sldId id="275" r:id="rId19"/>
    <p:sldId id="267" r:id="rId20"/>
    <p:sldId id="278" r:id="rId21"/>
    <p:sldId id="284" r:id="rId22"/>
    <p:sldId id="279" r:id="rId23"/>
    <p:sldId id="276" r:id="rId24"/>
    <p:sldId id="268" r:id="rId25"/>
    <p:sldId id="280" r:id="rId26"/>
    <p:sldId id="282" r:id="rId27"/>
    <p:sldId id="283" r:id="rId28"/>
    <p:sldId id="281" r:id="rId2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0606"/>
    <a:srgbClr val="891A1C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>
        <p:scale>
          <a:sx n="66" d="100"/>
          <a:sy n="66" d="100"/>
        </p:scale>
        <p:origin x="414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A5405-DBC6-4F1F-AE81-FC000AC0A2B7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DC56B2-F77F-4680-B369-AFCD20B4C6F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86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DC56B2-F77F-4680-B369-AFCD20B4C6F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806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4C499D-2FA3-5E29-1E70-FA8820B3A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B0AAEA4-FD74-C5F8-C5EC-FF84AB205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2DD5B1-CDA2-94C9-49C4-0C36884ED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DC21D7-DBF1-7BDD-F41F-0430AE031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AD119C-08FF-3979-DAB1-462858228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4503-80E2-4698-B4B8-3F236950F9C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8D7C1AB-7340-4C25-1994-6CDE2410272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91A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14391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자유형: 도형 6">
            <a:extLst>
              <a:ext uri="{FF2B5EF4-FFF2-40B4-BE49-F238E27FC236}">
                <a16:creationId xmlns:a16="http://schemas.microsoft.com/office/drawing/2014/main" id="{6E8F6D33-1E65-ED73-7476-7FE47E9A51DC}"/>
              </a:ext>
            </a:extLst>
          </p:cNvPr>
          <p:cNvSpPr/>
          <p:nvPr/>
        </p:nvSpPr>
        <p:spPr>
          <a:xfrm>
            <a:off x="1" y="6593580"/>
            <a:ext cx="12192127" cy="269875"/>
          </a:xfrm>
          <a:custGeom>
            <a:avLst/>
            <a:gdLst>
              <a:gd name="connsiteX0" fmla="*/ 0 w 12192127"/>
              <a:gd name="connsiteY0" fmla="*/ 0 h 269875"/>
              <a:gd name="connsiteX1" fmla="*/ 12192127 w 12192127"/>
              <a:gd name="connsiteY1" fmla="*/ 0 h 269875"/>
              <a:gd name="connsiteX2" fmla="*/ 12192127 w 12192127"/>
              <a:gd name="connsiteY2" fmla="*/ 269875 h 269875"/>
              <a:gd name="connsiteX3" fmla="*/ 0 w 12192127"/>
              <a:gd name="connsiteY3" fmla="*/ 269875 h 269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127" h="269875">
                <a:moveTo>
                  <a:pt x="0" y="0"/>
                </a:moveTo>
                <a:lnTo>
                  <a:pt x="12192127" y="0"/>
                </a:lnTo>
                <a:lnTo>
                  <a:pt x="12192127" y="269875"/>
                </a:lnTo>
                <a:lnTo>
                  <a:pt x="0" y="269875"/>
                </a:lnTo>
                <a:close/>
              </a:path>
            </a:pathLst>
          </a:custGeom>
          <a:solidFill>
            <a:srgbClr val="891A1C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8" name="그래픽 4">
            <a:extLst>
              <a:ext uri="{FF2B5EF4-FFF2-40B4-BE49-F238E27FC236}">
                <a16:creationId xmlns:a16="http://schemas.microsoft.com/office/drawing/2014/main" id="{8DA34630-962A-C43E-AAA4-00647CF9C4D2}"/>
              </a:ext>
            </a:extLst>
          </p:cNvPr>
          <p:cNvGrpSpPr/>
          <p:nvPr/>
        </p:nvGrpSpPr>
        <p:grpSpPr>
          <a:xfrm>
            <a:off x="10678845" y="248831"/>
            <a:ext cx="1239446" cy="382524"/>
            <a:chOff x="9966399" y="428343"/>
            <a:chExt cx="1239446" cy="382524"/>
          </a:xfrm>
        </p:grpSpPr>
        <p:grpSp>
          <p:nvGrpSpPr>
            <p:cNvPr id="9" name="그래픽 4">
              <a:extLst>
                <a:ext uri="{FF2B5EF4-FFF2-40B4-BE49-F238E27FC236}">
                  <a16:creationId xmlns:a16="http://schemas.microsoft.com/office/drawing/2014/main" id="{5A0E9D36-D2C2-3876-0FF8-2F790893F833}"/>
                </a:ext>
              </a:extLst>
            </p:cNvPr>
            <p:cNvGrpSpPr/>
            <p:nvPr/>
          </p:nvGrpSpPr>
          <p:grpSpPr>
            <a:xfrm>
              <a:off x="10290928" y="480251"/>
              <a:ext cx="787693" cy="143446"/>
              <a:chOff x="10290928" y="480251"/>
              <a:chExt cx="787693" cy="143446"/>
            </a:xfrm>
            <a:solidFill>
              <a:srgbClr val="231F20"/>
            </a:solidFill>
          </p:grpSpPr>
          <p:sp>
            <p:nvSpPr>
              <p:cNvPr id="10" name="자유형: 도형 9">
                <a:extLst>
                  <a:ext uri="{FF2B5EF4-FFF2-40B4-BE49-F238E27FC236}">
                    <a16:creationId xmlns:a16="http://schemas.microsoft.com/office/drawing/2014/main" id="{62D1014D-8413-812F-F4FB-5FFA56E8C6F0}"/>
                  </a:ext>
                </a:extLst>
              </p:cNvPr>
              <p:cNvSpPr/>
              <p:nvPr/>
            </p:nvSpPr>
            <p:spPr>
              <a:xfrm>
                <a:off x="10290928" y="502885"/>
                <a:ext cx="65429" cy="106432"/>
              </a:xfrm>
              <a:custGeom>
                <a:avLst/>
                <a:gdLst>
                  <a:gd name="connsiteX0" fmla="*/ 51826 w 65429"/>
                  <a:gd name="connsiteY0" fmla="*/ 34931 h 106432"/>
                  <a:gd name="connsiteX1" fmla="*/ 48905 w 65429"/>
                  <a:gd name="connsiteY1" fmla="*/ 30613 h 106432"/>
                  <a:gd name="connsiteX2" fmla="*/ 53223 w 65429"/>
                  <a:gd name="connsiteY2" fmla="*/ 11436 h 106432"/>
                  <a:gd name="connsiteX3" fmla="*/ 49159 w 65429"/>
                  <a:gd name="connsiteY3" fmla="*/ 1022 h 106432"/>
                  <a:gd name="connsiteX4" fmla="*/ 45222 w 65429"/>
                  <a:gd name="connsiteY4" fmla="*/ 768 h 106432"/>
                  <a:gd name="connsiteX5" fmla="*/ 43444 w 65429"/>
                  <a:gd name="connsiteY5" fmla="*/ 4451 h 106432"/>
                  <a:gd name="connsiteX6" fmla="*/ 27441 w 65429"/>
                  <a:gd name="connsiteY6" fmla="*/ 21723 h 106432"/>
                  <a:gd name="connsiteX7" fmla="*/ 13345 w 65429"/>
                  <a:gd name="connsiteY7" fmla="*/ 34296 h 106432"/>
                  <a:gd name="connsiteX8" fmla="*/ 10 w 65429"/>
                  <a:gd name="connsiteY8" fmla="*/ 54362 h 106432"/>
                  <a:gd name="connsiteX9" fmla="*/ 10932 w 65429"/>
                  <a:gd name="connsiteY9" fmla="*/ 64522 h 106432"/>
                  <a:gd name="connsiteX10" fmla="*/ 23505 w 65429"/>
                  <a:gd name="connsiteY10" fmla="*/ 56521 h 106432"/>
                  <a:gd name="connsiteX11" fmla="*/ 31506 w 65429"/>
                  <a:gd name="connsiteY11" fmla="*/ 50806 h 106432"/>
                  <a:gd name="connsiteX12" fmla="*/ 47635 w 65429"/>
                  <a:gd name="connsiteY12" fmla="*/ 54997 h 106432"/>
                  <a:gd name="connsiteX13" fmla="*/ 45730 w 65429"/>
                  <a:gd name="connsiteY13" fmla="*/ 71888 h 106432"/>
                  <a:gd name="connsiteX14" fmla="*/ 43698 w 65429"/>
                  <a:gd name="connsiteY14" fmla="*/ 76206 h 106432"/>
                  <a:gd name="connsiteX15" fmla="*/ 27696 w 65429"/>
                  <a:gd name="connsiteY15" fmla="*/ 85477 h 106432"/>
                  <a:gd name="connsiteX16" fmla="*/ 19187 w 65429"/>
                  <a:gd name="connsiteY16" fmla="*/ 85223 h 106432"/>
                  <a:gd name="connsiteX17" fmla="*/ 6487 w 65429"/>
                  <a:gd name="connsiteY17" fmla="*/ 94113 h 106432"/>
                  <a:gd name="connsiteX18" fmla="*/ 10043 w 65429"/>
                  <a:gd name="connsiteY18" fmla="*/ 104146 h 106432"/>
                  <a:gd name="connsiteX19" fmla="*/ 26680 w 65429"/>
                  <a:gd name="connsiteY19" fmla="*/ 104146 h 106432"/>
                  <a:gd name="connsiteX20" fmla="*/ 56016 w 65429"/>
                  <a:gd name="connsiteY20" fmla="*/ 83445 h 106432"/>
                  <a:gd name="connsiteX21" fmla="*/ 65161 w 65429"/>
                  <a:gd name="connsiteY21" fmla="*/ 52203 h 106432"/>
                  <a:gd name="connsiteX22" fmla="*/ 51826 w 65429"/>
                  <a:gd name="connsiteY22" fmla="*/ 34931 h 106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5429" h="106432">
                    <a:moveTo>
                      <a:pt x="51826" y="34931"/>
                    </a:moveTo>
                    <a:cubicBezTo>
                      <a:pt x="51826" y="34931"/>
                      <a:pt x="47254" y="33915"/>
                      <a:pt x="48905" y="30613"/>
                    </a:cubicBezTo>
                    <a:cubicBezTo>
                      <a:pt x="48905" y="30613"/>
                      <a:pt x="54874" y="19818"/>
                      <a:pt x="53223" y="11436"/>
                    </a:cubicBezTo>
                    <a:cubicBezTo>
                      <a:pt x="53223" y="11436"/>
                      <a:pt x="53223" y="4070"/>
                      <a:pt x="49159" y="1022"/>
                    </a:cubicBezTo>
                    <a:cubicBezTo>
                      <a:pt x="46619" y="-883"/>
                      <a:pt x="45476" y="387"/>
                      <a:pt x="45222" y="768"/>
                    </a:cubicBezTo>
                    <a:cubicBezTo>
                      <a:pt x="44206" y="1784"/>
                      <a:pt x="44714" y="2038"/>
                      <a:pt x="43444" y="4451"/>
                    </a:cubicBezTo>
                    <a:cubicBezTo>
                      <a:pt x="41412" y="8515"/>
                      <a:pt x="40777" y="9912"/>
                      <a:pt x="27441" y="21723"/>
                    </a:cubicBezTo>
                    <a:cubicBezTo>
                      <a:pt x="15504" y="32264"/>
                      <a:pt x="17282" y="31248"/>
                      <a:pt x="13345" y="34296"/>
                    </a:cubicBezTo>
                    <a:cubicBezTo>
                      <a:pt x="10424" y="36582"/>
                      <a:pt x="-371" y="46488"/>
                      <a:pt x="10" y="54362"/>
                    </a:cubicBezTo>
                    <a:cubicBezTo>
                      <a:pt x="391" y="61220"/>
                      <a:pt x="4074" y="65665"/>
                      <a:pt x="10932" y="64522"/>
                    </a:cubicBezTo>
                    <a:cubicBezTo>
                      <a:pt x="17409" y="63506"/>
                      <a:pt x="20203" y="58934"/>
                      <a:pt x="23505" y="56521"/>
                    </a:cubicBezTo>
                    <a:cubicBezTo>
                      <a:pt x="23505" y="56521"/>
                      <a:pt x="28839" y="51695"/>
                      <a:pt x="31506" y="50806"/>
                    </a:cubicBezTo>
                    <a:cubicBezTo>
                      <a:pt x="36332" y="49282"/>
                      <a:pt x="42809" y="49155"/>
                      <a:pt x="47635" y="54997"/>
                    </a:cubicBezTo>
                    <a:cubicBezTo>
                      <a:pt x="51953" y="60204"/>
                      <a:pt x="51318" y="64268"/>
                      <a:pt x="45730" y="71888"/>
                    </a:cubicBezTo>
                    <a:cubicBezTo>
                      <a:pt x="45730" y="71888"/>
                      <a:pt x="44841" y="74809"/>
                      <a:pt x="43698" y="76206"/>
                    </a:cubicBezTo>
                    <a:cubicBezTo>
                      <a:pt x="42682" y="77603"/>
                      <a:pt x="34554" y="83445"/>
                      <a:pt x="27696" y="85477"/>
                    </a:cubicBezTo>
                    <a:cubicBezTo>
                      <a:pt x="21473" y="87255"/>
                      <a:pt x="21854" y="84969"/>
                      <a:pt x="19187" y="85223"/>
                    </a:cubicBezTo>
                    <a:cubicBezTo>
                      <a:pt x="16520" y="85477"/>
                      <a:pt x="8391" y="90557"/>
                      <a:pt x="6487" y="94113"/>
                    </a:cubicBezTo>
                    <a:cubicBezTo>
                      <a:pt x="4582" y="97542"/>
                      <a:pt x="4582" y="99955"/>
                      <a:pt x="10043" y="104146"/>
                    </a:cubicBezTo>
                    <a:cubicBezTo>
                      <a:pt x="13726" y="107194"/>
                      <a:pt x="17916" y="107194"/>
                      <a:pt x="26680" y="104146"/>
                    </a:cubicBezTo>
                    <a:cubicBezTo>
                      <a:pt x="33919" y="101733"/>
                      <a:pt x="49921" y="92081"/>
                      <a:pt x="56016" y="83445"/>
                    </a:cubicBezTo>
                    <a:cubicBezTo>
                      <a:pt x="61478" y="75825"/>
                      <a:pt x="66685" y="65411"/>
                      <a:pt x="65161" y="52203"/>
                    </a:cubicBezTo>
                    <a:cubicBezTo>
                      <a:pt x="63637" y="40646"/>
                      <a:pt x="55636" y="36074"/>
                      <a:pt x="51826" y="34931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1" name="자유형: 도형 10">
                <a:extLst>
                  <a:ext uri="{FF2B5EF4-FFF2-40B4-BE49-F238E27FC236}">
                    <a16:creationId xmlns:a16="http://schemas.microsoft.com/office/drawing/2014/main" id="{B731EF60-FCA9-B356-B1DB-75B6D5365ED2}"/>
                  </a:ext>
                </a:extLst>
              </p:cNvPr>
              <p:cNvSpPr/>
              <p:nvPr/>
            </p:nvSpPr>
            <p:spPr>
              <a:xfrm>
                <a:off x="10359904" y="503234"/>
                <a:ext cx="51874" cy="106867"/>
              </a:xfrm>
              <a:custGeom>
                <a:avLst/>
                <a:gdLst>
                  <a:gd name="connsiteX0" fmla="*/ 49651 w 51874"/>
                  <a:gd name="connsiteY0" fmla="*/ 30264 h 106867"/>
                  <a:gd name="connsiteX1" fmla="*/ 39110 w 51874"/>
                  <a:gd name="connsiteY1" fmla="*/ 673 h 106867"/>
                  <a:gd name="connsiteX2" fmla="*/ 31236 w 51874"/>
                  <a:gd name="connsiteY2" fmla="*/ 1943 h 106867"/>
                  <a:gd name="connsiteX3" fmla="*/ 27553 w 51874"/>
                  <a:gd name="connsiteY3" fmla="*/ 15024 h 106867"/>
                  <a:gd name="connsiteX4" fmla="*/ 27426 w 51874"/>
                  <a:gd name="connsiteY4" fmla="*/ 21755 h 106867"/>
                  <a:gd name="connsiteX5" fmla="*/ 26918 w 51874"/>
                  <a:gd name="connsiteY5" fmla="*/ 36995 h 106867"/>
                  <a:gd name="connsiteX6" fmla="*/ 19679 w 51874"/>
                  <a:gd name="connsiteY6" fmla="*/ 41821 h 106867"/>
                  <a:gd name="connsiteX7" fmla="*/ 3931 w 51874"/>
                  <a:gd name="connsiteY7" fmla="*/ 42710 h 106867"/>
                  <a:gd name="connsiteX8" fmla="*/ 1772 w 51874"/>
                  <a:gd name="connsiteY8" fmla="*/ 43091 h 106867"/>
                  <a:gd name="connsiteX9" fmla="*/ 1518 w 51874"/>
                  <a:gd name="connsiteY9" fmla="*/ 49187 h 106867"/>
                  <a:gd name="connsiteX10" fmla="*/ 6598 w 51874"/>
                  <a:gd name="connsiteY10" fmla="*/ 54902 h 106867"/>
                  <a:gd name="connsiteX11" fmla="*/ 15996 w 51874"/>
                  <a:gd name="connsiteY11" fmla="*/ 58458 h 106867"/>
                  <a:gd name="connsiteX12" fmla="*/ 26156 w 51874"/>
                  <a:gd name="connsiteY12" fmla="*/ 58585 h 106867"/>
                  <a:gd name="connsiteX13" fmla="*/ 29839 w 51874"/>
                  <a:gd name="connsiteY13" fmla="*/ 61252 h 106867"/>
                  <a:gd name="connsiteX14" fmla="*/ 32633 w 51874"/>
                  <a:gd name="connsiteY14" fmla="*/ 100876 h 106867"/>
                  <a:gd name="connsiteX15" fmla="*/ 39110 w 51874"/>
                  <a:gd name="connsiteY15" fmla="*/ 105829 h 106867"/>
                  <a:gd name="connsiteX16" fmla="*/ 47619 w 51874"/>
                  <a:gd name="connsiteY16" fmla="*/ 103797 h 106867"/>
                  <a:gd name="connsiteX17" fmla="*/ 50413 w 51874"/>
                  <a:gd name="connsiteY17" fmla="*/ 77889 h 106867"/>
                  <a:gd name="connsiteX18" fmla="*/ 49651 w 51874"/>
                  <a:gd name="connsiteY18" fmla="*/ 30264 h 1068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1874" h="106867">
                    <a:moveTo>
                      <a:pt x="49651" y="30264"/>
                    </a:moveTo>
                    <a:cubicBezTo>
                      <a:pt x="49270" y="13246"/>
                      <a:pt x="42031" y="3086"/>
                      <a:pt x="39110" y="673"/>
                    </a:cubicBezTo>
                    <a:cubicBezTo>
                      <a:pt x="38094" y="-216"/>
                      <a:pt x="34284" y="-597"/>
                      <a:pt x="31236" y="1943"/>
                    </a:cubicBezTo>
                    <a:cubicBezTo>
                      <a:pt x="27045" y="5372"/>
                      <a:pt x="27553" y="11849"/>
                      <a:pt x="27553" y="15024"/>
                    </a:cubicBezTo>
                    <a:cubicBezTo>
                      <a:pt x="27553" y="18199"/>
                      <a:pt x="28188" y="18580"/>
                      <a:pt x="27426" y="21755"/>
                    </a:cubicBezTo>
                    <a:cubicBezTo>
                      <a:pt x="26664" y="24930"/>
                      <a:pt x="26664" y="25438"/>
                      <a:pt x="26918" y="36995"/>
                    </a:cubicBezTo>
                    <a:cubicBezTo>
                      <a:pt x="26918" y="39408"/>
                      <a:pt x="24124" y="41821"/>
                      <a:pt x="19679" y="41821"/>
                    </a:cubicBezTo>
                    <a:cubicBezTo>
                      <a:pt x="15234" y="41821"/>
                      <a:pt x="3931" y="42710"/>
                      <a:pt x="3931" y="42710"/>
                    </a:cubicBezTo>
                    <a:cubicBezTo>
                      <a:pt x="3931" y="42710"/>
                      <a:pt x="5074" y="42329"/>
                      <a:pt x="1772" y="43091"/>
                    </a:cubicBezTo>
                    <a:cubicBezTo>
                      <a:pt x="-1530" y="43853"/>
                      <a:pt x="629" y="47155"/>
                      <a:pt x="1518" y="49187"/>
                    </a:cubicBezTo>
                    <a:cubicBezTo>
                      <a:pt x="1899" y="50076"/>
                      <a:pt x="2915" y="53378"/>
                      <a:pt x="6598" y="54902"/>
                    </a:cubicBezTo>
                    <a:cubicBezTo>
                      <a:pt x="9265" y="56045"/>
                      <a:pt x="12313" y="58204"/>
                      <a:pt x="15996" y="58458"/>
                    </a:cubicBezTo>
                    <a:cubicBezTo>
                      <a:pt x="19933" y="58712"/>
                      <a:pt x="26156" y="58585"/>
                      <a:pt x="26156" y="58585"/>
                    </a:cubicBezTo>
                    <a:cubicBezTo>
                      <a:pt x="28569" y="59347"/>
                      <a:pt x="29331" y="59347"/>
                      <a:pt x="29839" y="61252"/>
                    </a:cubicBezTo>
                    <a:cubicBezTo>
                      <a:pt x="30220" y="63284"/>
                      <a:pt x="30982" y="96431"/>
                      <a:pt x="32633" y="100876"/>
                    </a:cubicBezTo>
                    <a:cubicBezTo>
                      <a:pt x="34284" y="105321"/>
                      <a:pt x="37078" y="105321"/>
                      <a:pt x="39110" y="105829"/>
                    </a:cubicBezTo>
                    <a:cubicBezTo>
                      <a:pt x="41142" y="106210"/>
                      <a:pt x="42412" y="108877"/>
                      <a:pt x="47619" y="103797"/>
                    </a:cubicBezTo>
                    <a:cubicBezTo>
                      <a:pt x="54350" y="97193"/>
                      <a:pt x="51302" y="90843"/>
                      <a:pt x="50413" y="77889"/>
                    </a:cubicBezTo>
                    <a:cubicBezTo>
                      <a:pt x="49651" y="65062"/>
                      <a:pt x="49651" y="30264"/>
                      <a:pt x="49651" y="30264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90CD5F04-7F69-79EE-FC52-A8C530604DFE}"/>
                  </a:ext>
                </a:extLst>
              </p:cNvPr>
              <p:cNvSpPr/>
              <p:nvPr/>
            </p:nvSpPr>
            <p:spPr>
              <a:xfrm>
                <a:off x="10433940" y="496415"/>
                <a:ext cx="70818" cy="56895"/>
              </a:xfrm>
              <a:custGeom>
                <a:avLst/>
                <a:gdLst>
                  <a:gd name="connsiteX0" fmla="*/ 48768 w 70818"/>
                  <a:gd name="connsiteY0" fmla="*/ 55753 h 56895"/>
                  <a:gd name="connsiteX1" fmla="*/ 66675 w 70818"/>
                  <a:gd name="connsiteY1" fmla="*/ 38862 h 56895"/>
                  <a:gd name="connsiteX2" fmla="*/ 67691 w 70818"/>
                  <a:gd name="connsiteY2" fmla="*/ 7747 h 56895"/>
                  <a:gd name="connsiteX3" fmla="*/ 59563 w 70818"/>
                  <a:gd name="connsiteY3" fmla="*/ 3937 h 56895"/>
                  <a:gd name="connsiteX4" fmla="*/ 52705 w 70818"/>
                  <a:gd name="connsiteY4" fmla="*/ 5080 h 56895"/>
                  <a:gd name="connsiteX5" fmla="*/ 39751 w 70818"/>
                  <a:gd name="connsiteY5" fmla="*/ 4572 h 56895"/>
                  <a:gd name="connsiteX6" fmla="*/ 19304 w 70818"/>
                  <a:gd name="connsiteY6" fmla="*/ 3175 h 56895"/>
                  <a:gd name="connsiteX7" fmla="*/ 12065 w 70818"/>
                  <a:gd name="connsiteY7" fmla="*/ 127 h 56895"/>
                  <a:gd name="connsiteX8" fmla="*/ 6858 w 70818"/>
                  <a:gd name="connsiteY8" fmla="*/ 2286 h 56895"/>
                  <a:gd name="connsiteX9" fmla="*/ 0 w 70818"/>
                  <a:gd name="connsiteY9" fmla="*/ 14351 h 56895"/>
                  <a:gd name="connsiteX10" fmla="*/ 11557 w 70818"/>
                  <a:gd name="connsiteY10" fmla="*/ 23114 h 56895"/>
                  <a:gd name="connsiteX11" fmla="*/ 26670 w 70818"/>
                  <a:gd name="connsiteY11" fmla="*/ 19939 h 56895"/>
                  <a:gd name="connsiteX12" fmla="*/ 48006 w 70818"/>
                  <a:gd name="connsiteY12" fmla="*/ 15875 h 56895"/>
                  <a:gd name="connsiteX13" fmla="*/ 34671 w 70818"/>
                  <a:gd name="connsiteY13" fmla="*/ 56896 h 56895"/>
                  <a:gd name="connsiteX14" fmla="*/ 42926 w 70818"/>
                  <a:gd name="connsiteY14" fmla="*/ 55372 h 56895"/>
                  <a:gd name="connsiteX15" fmla="*/ 48768 w 70818"/>
                  <a:gd name="connsiteY15" fmla="*/ 55753 h 56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0818" h="56895">
                    <a:moveTo>
                      <a:pt x="48768" y="55753"/>
                    </a:moveTo>
                    <a:cubicBezTo>
                      <a:pt x="57912" y="54610"/>
                      <a:pt x="63627" y="46101"/>
                      <a:pt x="66675" y="38862"/>
                    </a:cubicBezTo>
                    <a:cubicBezTo>
                      <a:pt x="69596" y="31623"/>
                      <a:pt x="73787" y="13462"/>
                      <a:pt x="67691" y="7747"/>
                    </a:cubicBezTo>
                    <a:cubicBezTo>
                      <a:pt x="63119" y="3429"/>
                      <a:pt x="60452" y="3937"/>
                      <a:pt x="59563" y="3937"/>
                    </a:cubicBezTo>
                    <a:cubicBezTo>
                      <a:pt x="57531" y="3937"/>
                      <a:pt x="54229" y="5207"/>
                      <a:pt x="52705" y="5080"/>
                    </a:cubicBezTo>
                    <a:cubicBezTo>
                      <a:pt x="50419" y="4826"/>
                      <a:pt x="46736" y="4318"/>
                      <a:pt x="39751" y="4572"/>
                    </a:cubicBezTo>
                    <a:cubicBezTo>
                      <a:pt x="32766" y="4826"/>
                      <a:pt x="21717" y="3810"/>
                      <a:pt x="19304" y="3175"/>
                    </a:cubicBezTo>
                    <a:cubicBezTo>
                      <a:pt x="16891" y="2667"/>
                      <a:pt x="14224" y="889"/>
                      <a:pt x="12065" y="127"/>
                    </a:cubicBezTo>
                    <a:cubicBezTo>
                      <a:pt x="9906" y="-635"/>
                      <a:pt x="6858" y="2286"/>
                      <a:pt x="6858" y="2286"/>
                    </a:cubicBezTo>
                    <a:cubicBezTo>
                      <a:pt x="6858" y="2286"/>
                      <a:pt x="0" y="9525"/>
                      <a:pt x="0" y="14351"/>
                    </a:cubicBezTo>
                    <a:cubicBezTo>
                      <a:pt x="0" y="19177"/>
                      <a:pt x="2159" y="22606"/>
                      <a:pt x="11557" y="23114"/>
                    </a:cubicBezTo>
                    <a:cubicBezTo>
                      <a:pt x="20955" y="23622"/>
                      <a:pt x="22860" y="21209"/>
                      <a:pt x="26670" y="19939"/>
                    </a:cubicBezTo>
                    <a:cubicBezTo>
                      <a:pt x="30480" y="18542"/>
                      <a:pt x="43180" y="12573"/>
                      <a:pt x="48006" y="15875"/>
                    </a:cubicBezTo>
                    <a:cubicBezTo>
                      <a:pt x="52832" y="19050"/>
                      <a:pt x="46736" y="37719"/>
                      <a:pt x="34671" y="56896"/>
                    </a:cubicBezTo>
                    <a:cubicBezTo>
                      <a:pt x="34544" y="56896"/>
                      <a:pt x="35433" y="56388"/>
                      <a:pt x="42926" y="55372"/>
                    </a:cubicBezTo>
                    <a:cubicBezTo>
                      <a:pt x="45847" y="54864"/>
                      <a:pt x="46609" y="56134"/>
                      <a:pt x="48768" y="55753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71EA6BC6-73CD-7243-BD56-47D77ABF60FD}"/>
                  </a:ext>
                </a:extLst>
              </p:cNvPr>
              <p:cNvSpPr/>
              <p:nvPr/>
            </p:nvSpPr>
            <p:spPr>
              <a:xfrm>
                <a:off x="10514593" y="489683"/>
                <a:ext cx="65627" cy="58968"/>
              </a:xfrm>
              <a:custGeom>
                <a:avLst/>
                <a:gdLst>
                  <a:gd name="connsiteX0" fmla="*/ 64126 w 65627"/>
                  <a:gd name="connsiteY0" fmla="*/ 31242 h 58968"/>
                  <a:gd name="connsiteX1" fmla="*/ 62984 w 65627"/>
                  <a:gd name="connsiteY1" fmla="*/ 28067 h 58968"/>
                  <a:gd name="connsiteX2" fmla="*/ 52951 w 65627"/>
                  <a:gd name="connsiteY2" fmla="*/ 25400 h 58968"/>
                  <a:gd name="connsiteX3" fmla="*/ 43934 w 65627"/>
                  <a:gd name="connsiteY3" fmla="*/ 25273 h 58968"/>
                  <a:gd name="connsiteX4" fmla="*/ 34409 w 65627"/>
                  <a:gd name="connsiteY4" fmla="*/ 25908 h 58968"/>
                  <a:gd name="connsiteX5" fmla="*/ 24757 w 65627"/>
                  <a:gd name="connsiteY5" fmla="*/ 25400 h 58968"/>
                  <a:gd name="connsiteX6" fmla="*/ 20566 w 65627"/>
                  <a:gd name="connsiteY6" fmla="*/ 25146 h 58968"/>
                  <a:gd name="connsiteX7" fmla="*/ 19423 w 65627"/>
                  <a:gd name="connsiteY7" fmla="*/ 17272 h 58968"/>
                  <a:gd name="connsiteX8" fmla="*/ 9771 w 65627"/>
                  <a:gd name="connsiteY8" fmla="*/ 0 h 58968"/>
                  <a:gd name="connsiteX9" fmla="*/ 4945 w 65627"/>
                  <a:gd name="connsiteY9" fmla="*/ 3556 h 58968"/>
                  <a:gd name="connsiteX10" fmla="*/ 119 w 65627"/>
                  <a:gd name="connsiteY10" fmla="*/ 19177 h 58968"/>
                  <a:gd name="connsiteX11" fmla="*/ 1135 w 65627"/>
                  <a:gd name="connsiteY11" fmla="*/ 50419 h 58968"/>
                  <a:gd name="connsiteX12" fmla="*/ 5707 w 65627"/>
                  <a:gd name="connsiteY12" fmla="*/ 57404 h 58968"/>
                  <a:gd name="connsiteX13" fmla="*/ 12184 w 65627"/>
                  <a:gd name="connsiteY13" fmla="*/ 58801 h 58968"/>
                  <a:gd name="connsiteX14" fmla="*/ 18407 w 65627"/>
                  <a:gd name="connsiteY14" fmla="*/ 56769 h 58968"/>
                  <a:gd name="connsiteX15" fmla="*/ 21327 w 65627"/>
                  <a:gd name="connsiteY15" fmla="*/ 49657 h 58968"/>
                  <a:gd name="connsiteX16" fmla="*/ 21582 w 65627"/>
                  <a:gd name="connsiteY16" fmla="*/ 35687 h 58968"/>
                  <a:gd name="connsiteX17" fmla="*/ 25900 w 65627"/>
                  <a:gd name="connsiteY17" fmla="*/ 36068 h 58968"/>
                  <a:gd name="connsiteX18" fmla="*/ 37964 w 65627"/>
                  <a:gd name="connsiteY18" fmla="*/ 42545 h 58968"/>
                  <a:gd name="connsiteX19" fmla="*/ 52062 w 65627"/>
                  <a:gd name="connsiteY19" fmla="*/ 44450 h 58968"/>
                  <a:gd name="connsiteX20" fmla="*/ 59555 w 65627"/>
                  <a:gd name="connsiteY20" fmla="*/ 41529 h 58968"/>
                  <a:gd name="connsiteX21" fmla="*/ 65270 w 65627"/>
                  <a:gd name="connsiteY21" fmla="*/ 35560 h 58968"/>
                  <a:gd name="connsiteX22" fmla="*/ 64126 w 65627"/>
                  <a:gd name="connsiteY22" fmla="*/ 31242 h 58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5627" h="58968">
                    <a:moveTo>
                      <a:pt x="64126" y="31242"/>
                    </a:moveTo>
                    <a:cubicBezTo>
                      <a:pt x="64000" y="29972"/>
                      <a:pt x="62730" y="27686"/>
                      <a:pt x="62984" y="28067"/>
                    </a:cubicBezTo>
                    <a:cubicBezTo>
                      <a:pt x="61587" y="25146"/>
                      <a:pt x="55110" y="25781"/>
                      <a:pt x="52951" y="25400"/>
                    </a:cubicBezTo>
                    <a:cubicBezTo>
                      <a:pt x="50792" y="25146"/>
                      <a:pt x="47363" y="24765"/>
                      <a:pt x="43934" y="25273"/>
                    </a:cubicBezTo>
                    <a:cubicBezTo>
                      <a:pt x="41648" y="25654"/>
                      <a:pt x="38726" y="26416"/>
                      <a:pt x="34409" y="25908"/>
                    </a:cubicBezTo>
                    <a:cubicBezTo>
                      <a:pt x="31107" y="25527"/>
                      <a:pt x="27677" y="25654"/>
                      <a:pt x="24757" y="25400"/>
                    </a:cubicBezTo>
                    <a:cubicBezTo>
                      <a:pt x="23106" y="25273"/>
                      <a:pt x="21582" y="25146"/>
                      <a:pt x="20566" y="25146"/>
                    </a:cubicBezTo>
                    <a:cubicBezTo>
                      <a:pt x="20185" y="21971"/>
                      <a:pt x="19804" y="18796"/>
                      <a:pt x="19423" y="17272"/>
                    </a:cubicBezTo>
                    <a:cubicBezTo>
                      <a:pt x="18914" y="15367"/>
                      <a:pt x="18661" y="0"/>
                      <a:pt x="9771" y="0"/>
                    </a:cubicBezTo>
                    <a:cubicBezTo>
                      <a:pt x="7231" y="0"/>
                      <a:pt x="5961" y="2667"/>
                      <a:pt x="4945" y="3556"/>
                    </a:cubicBezTo>
                    <a:cubicBezTo>
                      <a:pt x="4945" y="3556"/>
                      <a:pt x="626" y="9779"/>
                      <a:pt x="119" y="19177"/>
                    </a:cubicBezTo>
                    <a:cubicBezTo>
                      <a:pt x="-389" y="28575"/>
                      <a:pt x="881" y="47244"/>
                      <a:pt x="1135" y="50419"/>
                    </a:cubicBezTo>
                    <a:cubicBezTo>
                      <a:pt x="1389" y="53721"/>
                      <a:pt x="3548" y="56515"/>
                      <a:pt x="5707" y="57404"/>
                    </a:cubicBezTo>
                    <a:cubicBezTo>
                      <a:pt x="7866" y="58166"/>
                      <a:pt x="10279" y="58166"/>
                      <a:pt x="12184" y="58801"/>
                    </a:cubicBezTo>
                    <a:cubicBezTo>
                      <a:pt x="14089" y="59309"/>
                      <a:pt x="16501" y="58674"/>
                      <a:pt x="18407" y="56769"/>
                    </a:cubicBezTo>
                    <a:cubicBezTo>
                      <a:pt x="21582" y="53721"/>
                      <a:pt x="21074" y="53213"/>
                      <a:pt x="21327" y="49657"/>
                    </a:cubicBezTo>
                    <a:cubicBezTo>
                      <a:pt x="21582" y="46482"/>
                      <a:pt x="21582" y="37465"/>
                      <a:pt x="21582" y="35687"/>
                    </a:cubicBezTo>
                    <a:cubicBezTo>
                      <a:pt x="22344" y="35687"/>
                      <a:pt x="23614" y="35814"/>
                      <a:pt x="25900" y="36068"/>
                    </a:cubicBezTo>
                    <a:cubicBezTo>
                      <a:pt x="30726" y="36576"/>
                      <a:pt x="34663" y="40640"/>
                      <a:pt x="37964" y="42545"/>
                    </a:cubicBezTo>
                    <a:cubicBezTo>
                      <a:pt x="41139" y="44450"/>
                      <a:pt x="50411" y="44831"/>
                      <a:pt x="52062" y="44450"/>
                    </a:cubicBezTo>
                    <a:cubicBezTo>
                      <a:pt x="54856" y="43942"/>
                      <a:pt x="56888" y="42164"/>
                      <a:pt x="59555" y="41529"/>
                    </a:cubicBezTo>
                    <a:cubicBezTo>
                      <a:pt x="66794" y="39624"/>
                      <a:pt x="65777" y="36703"/>
                      <a:pt x="65270" y="35560"/>
                    </a:cubicBezTo>
                    <a:cubicBezTo>
                      <a:pt x="64635" y="34417"/>
                      <a:pt x="64254" y="32385"/>
                      <a:pt x="64126" y="31242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:a16="http://schemas.microsoft.com/office/drawing/2014/main" id="{8BAB5504-AE72-1780-7F8E-2372B0BD3BBA}"/>
                  </a:ext>
                </a:extLst>
              </p:cNvPr>
              <p:cNvSpPr/>
              <p:nvPr/>
            </p:nvSpPr>
            <p:spPr>
              <a:xfrm>
                <a:off x="10474886" y="550356"/>
                <a:ext cx="74320" cy="67887"/>
              </a:xfrm>
              <a:custGeom>
                <a:avLst/>
                <a:gdLst>
                  <a:gd name="connsiteX0" fmla="*/ 53415 w 74320"/>
                  <a:gd name="connsiteY0" fmla="*/ 5876 h 67887"/>
                  <a:gd name="connsiteX1" fmla="*/ 43382 w 74320"/>
                  <a:gd name="connsiteY1" fmla="*/ 4225 h 67887"/>
                  <a:gd name="connsiteX2" fmla="*/ 41477 w 74320"/>
                  <a:gd name="connsiteY2" fmla="*/ 415 h 67887"/>
                  <a:gd name="connsiteX3" fmla="*/ 36397 w 74320"/>
                  <a:gd name="connsiteY3" fmla="*/ 1050 h 67887"/>
                  <a:gd name="connsiteX4" fmla="*/ 23443 w 74320"/>
                  <a:gd name="connsiteY4" fmla="*/ 4098 h 67887"/>
                  <a:gd name="connsiteX5" fmla="*/ 14426 w 74320"/>
                  <a:gd name="connsiteY5" fmla="*/ 7781 h 67887"/>
                  <a:gd name="connsiteX6" fmla="*/ 456 w 74320"/>
                  <a:gd name="connsiteY6" fmla="*/ 43341 h 67887"/>
                  <a:gd name="connsiteX7" fmla="*/ 26872 w 74320"/>
                  <a:gd name="connsiteY7" fmla="*/ 67344 h 67887"/>
                  <a:gd name="connsiteX8" fmla="*/ 63448 w 74320"/>
                  <a:gd name="connsiteY8" fmla="*/ 60613 h 67887"/>
                  <a:gd name="connsiteX9" fmla="*/ 73989 w 74320"/>
                  <a:gd name="connsiteY9" fmla="*/ 30514 h 67887"/>
                  <a:gd name="connsiteX10" fmla="*/ 53415 w 74320"/>
                  <a:gd name="connsiteY10" fmla="*/ 5876 h 67887"/>
                  <a:gd name="connsiteX11" fmla="*/ 54685 w 74320"/>
                  <a:gd name="connsiteY11" fmla="*/ 44611 h 67887"/>
                  <a:gd name="connsiteX12" fmla="*/ 26872 w 74320"/>
                  <a:gd name="connsiteY12" fmla="*/ 48040 h 67887"/>
                  <a:gd name="connsiteX13" fmla="*/ 20903 w 74320"/>
                  <a:gd name="connsiteY13" fmla="*/ 24672 h 67887"/>
                  <a:gd name="connsiteX14" fmla="*/ 33095 w 74320"/>
                  <a:gd name="connsiteY14" fmla="*/ 15782 h 67887"/>
                  <a:gd name="connsiteX15" fmla="*/ 42366 w 74320"/>
                  <a:gd name="connsiteY15" fmla="*/ 15782 h 67887"/>
                  <a:gd name="connsiteX16" fmla="*/ 55066 w 74320"/>
                  <a:gd name="connsiteY16" fmla="*/ 23656 h 67887"/>
                  <a:gd name="connsiteX17" fmla="*/ 54685 w 74320"/>
                  <a:gd name="connsiteY17" fmla="*/ 44611 h 67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74320" h="67887">
                    <a:moveTo>
                      <a:pt x="53415" y="5876"/>
                    </a:moveTo>
                    <a:lnTo>
                      <a:pt x="43382" y="4225"/>
                    </a:lnTo>
                    <a:cubicBezTo>
                      <a:pt x="43128" y="1685"/>
                      <a:pt x="41477" y="415"/>
                      <a:pt x="41477" y="415"/>
                    </a:cubicBezTo>
                    <a:cubicBezTo>
                      <a:pt x="41477" y="415"/>
                      <a:pt x="39064" y="-855"/>
                      <a:pt x="36397" y="1050"/>
                    </a:cubicBezTo>
                    <a:cubicBezTo>
                      <a:pt x="35381" y="1812"/>
                      <a:pt x="27126" y="2193"/>
                      <a:pt x="23443" y="4098"/>
                    </a:cubicBezTo>
                    <a:cubicBezTo>
                      <a:pt x="22300" y="4733"/>
                      <a:pt x="17982" y="5241"/>
                      <a:pt x="14426" y="7781"/>
                    </a:cubicBezTo>
                    <a:cubicBezTo>
                      <a:pt x="10489" y="10575"/>
                      <a:pt x="-2592" y="20735"/>
                      <a:pt x="456" y="43341"/>
                    </a:cubicBezTo>
                    <a:cubicBezTo>
                      <a:pt x="2996" y="61756"/>
                      <a:pt x="22173" y="66709"/>
                      <a:pt x="26872" y="67344"/>
                    </a:cubicBezTo>
                    <a:cubicBezTo>
                      <a:pt x="34365" y="68487"/>
                      <a:pt x="53415" y="68487"/>
                      <a:pt x="63448" y="60613"/>
                    </a:cubicBezTo>
                    <a:cubicBezTo>
                      <a:pt x="74751" y="51977"/>
                      <a:pt x="74878" y="40420"/>
                      <a:pt x="73989" y="30514"/>
                    </a:cubicBezTo>
                    <a:cubicBezTo>
                      <a:pt x="73227" y="20100"/>
                      <a:pt x="63829" y="8289"/>
                      <a:pt x="53415" y="5876"/>
                    </a:cubicBezTo>
                    <a:close/>
                    <a:moveTo>
                      <a:pt x="54685" y="44611"/>
                    </a:moveTo>
                    <a:cubicBezTo>
                      <a:pt x="47954" y="52358"/>
                      <a:pt x="35000" y="51977"/>
                      <a:pt x="26872" y="48040"/>
                    </a:cubicBezTo>
                    <a:cubicBezTo>
                      <a:pt x="17982" y="43722"/>
                      <a:pt x="16585" y="33181"/>
                      <a:pt x="20903" y="24672"/>
                    </a:cubicBezTo>
                    <a:cubicBezTo>
                      <a:pt x="25221" y="16163"/>
                      <a:pt x="33095" y="15782"/>
                      <a:pt x="33095" y="15782"/>
                    </a:cubicBezTo>
                    <a:cubicBezTo>
                      <a:pt x="42239" y="15274"/>
                      <a:pt x="42366" y="15782"/>
                      <a:pt x="42366" y="15782"/>
                    </a:cubicBezTo>
                    <a:cubicBezTo>
                      <a:pt x="52399" y="17941"/>
                      <a:pt x="53288" y="21370"/>
                      <a:pt x="55066" y="23656"/>
                    </a:cubicBezTo>
                    <a:cubicBezTo>
                      <a:pt x="56209" y="24799"/>
                      <a:pt x="62559" y="35594"/>
                      <a:pt x="54685" y="44611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:a16="http://schemas.microsoft.com/office/drawing/2014/main" id="{99C9409F-D45E-D1FD-37EA-57D7CEC117F6}"/>
                  </a:ext>
                </a:extLst>
              </p:cNvPr>
              <p:cNvSpPr/>
              <p:nvPr/>
            </p:nvSpPr>
            <p:spPr>
              <a:xfrm>
                <a:off x="10609581" y="509956"/>
                <a:ext cx="58195" cy="91741"/>
              </a:xfrm>
              <a:custGeom>
                <a:avLst/>
                <a:gdLst>
                  <a:gd name="connsiteX0" fmla="*/ 49276 w 58195"/>
                  <a:gd name="connsiteY0" fmla="*/ 72819 h 91741"/>
                  <a:gd name="connsiteX1" fmla="*/ 40005 w 58195"/>
                  <a:gd name="connsiteY1" fmla="*/ 75613 h 91741"/>
                  <a:gd name="connsiteX2" fmla="*/ 34289 w 58195"/>
                  <a:gd name="connsiteY2" fmla="*/ 75105 h 91741"/>
                  <a:gd name="connsiteX3" fmla="*/ 28956 w 58195"/>
                  <a:gd name="connsiteY3" fmla="*/ 73835 h 91741"/>
                  <a:gd name="connsiteX4" fmla="*/ 16890 w 58195"/>
                  <a:gd name="connsiteY4" fmla="*/ 59611 h 91741"/>
                  <a:gd name="connsiteX5" fmla="*/ 17907 w 58195"/>
                  <a:gd name="connsiteY5" fmla="*/ 31544 h 91741"/>
                  <a:gd name="connsiteX6" fmla="*/ 19303 w 58195"/>
                  <a:gd name="connsiteY6" fmla="*/ 24940 h 91741"/>
                  <a:gd name="connsiteX7" fmla="*/ 23368 w 58195"/>
                  <a:gd name="connsiteY7" fmla="*/ 22527 h 91741"/>
                  <a:gd name="connsiteX8" fmla="*/ 30861 w 58195"/>
                  <a:gd name="connsiteY8" fmla="*/ 23670 h 91741"/>
                  <a:gd name="connsiteX9" fmla="*/ 36576 w 58195"/>
                  <a:gd name="connsiteY9" fmla="*/ 22527 h 91741"/>
                  <a:gd name="connsiteX10" fmla="*/ 44703 w 58195"/>
                  <a:gd name="connsiteY10" fmla="*/ 20114 h 91741"/>
                  <a:gd name="connsiteX11" fmla="*/ 51435 w 58195"/>
                  <a:gd name="connsiteY11" fmla="*/ 11351 h 91741"/>
                  <a:gd name="connsiteX12" fmla="*/ 42290 w 58195"/>
                  <a:gd name="connsiteY12" fmla="*/ 2715 h 91741"/>
                  <a:gd name="connsiteX13" fmla="*/ 23368 w 58195"/>
                  <a:gd name="connsiteY13" fmla="*/ 1572 h 91741"/>
                  <a:gd name="connsiteX14" fmla="*/ 14224 w 58195"/>
                  <a:gd name="connsiteY14" fmla="*/ 556 h 91741"/>
                  <a:gd name="connsiteX15" fmla="*/ 3683 w 58195"/>
                  <a:gd name="connsiteY15" fmla="*/ 2969 h 91741"/>
                  <a:gd name="connsiteX16" fmla="*/ 2032 w 58195"/>
                  <a:gd name="connsiteY16" fmla="*/ 10589 h 91741"/>
                  <a:gd name="connsiteX17" fmla="*/ 10160 w 58195"/>
                  <a:gd name="connsiteY17" fmla="*/ 17828 h 91741"/>
                  <a:gd name="connsiteX18" fmla="*/ 5714 w 58195"/>
                  <a:gd name="connsiteY18" fmla="*/ 22654 h 91741"/>
                  <a:gd name="connsiteX19" fmla="*/ 4063 w 58195"/>
                  <a:gd name="connsiteY19" fmla="*/ 27861 h 91741"/>
                  <a:gd name="connsiteX20" fmla="*/ 2032 w 58195"/>
                  <a:gd name="connsiteY20" fmla="*/ 34338 h 91741"/>
                  <a:gd name="connsiteX21" fmla="*/ 0 w 58195"/>
                  <a:gd name="connsiteY21" fmla="*/ 42847 h 91741"/>
                  <a:gd name="connsiteX22" fmla="*/ 381 w 58195"/>
                  <a:gd name="connsiteY22" fmla="*/ 71041 h 91741"/>
                  <a:gd name="connsiteX23" fmla="*/ 30226 w 58195"/>
                  <a:gd name="connsiteY23" fmla="*/ 91742 h 91741"/>
                  <a:gd name="connsiteX24" fmla="*/ 52324 w 58195"/>
                  <a:gd name="connsiteY24" fmla="*/ 89837 h 91741"/>
                  <a:gd name="connsiteX25" fmla="*/ 57150 w 58195"/>
                  <a:gd name="connsiteY25" fmla="*/ 85265 h 91741"/>
                  <a:gd name="connsiteX26" fmla="*/ 57912 w 58195"/>
                  <a:gd name="connsiteY26" fmla="*/ 78026 h 91741"/>
                  <a:gd name="connsiteX27" fmla="*/ 49276 w 58195"/>
                  <a:gd name="connsiteY27" fmla="*/ 72819 h 91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8195" h="91741">
                    <a:moveTo>
                      <a:pt x="49276" y="72819"/>
                    </a:moveTo>
                    <a:cubicBezTo>
                      <a:pt x="44450" y="74851"/>
                      <a:pt x="44323" y="75613"/>
                      <a:pt x="40005" y="75613"/>
                    </a:cubicBezTo>
                    <a:cubicBezTo>
                      <a:pt x="35687" y="75613"/>
                      <a:pt x="37973" y="75994"/>
                      <a:pt x="34289" y="75105"/>
                    </a:cubicBezTo>
                    <a:cubicBezTo>
                      <a:pt x="32003" y="74597"/>
                      <a:pt x="31369" y="74343"/>
                      <a:pt x="28956" y="73835"/>
                    </a:cubicBezTo>
                    <a:cubicBezTo>
                      <a:pt x="25400" y="73073"/>
                      <a:pt x="17145" y="71676"/>
                      <a:pt x="16890" y="59611"/>
                    </a:cubicBezTo>
                    <a:cubicBezTo>
                      <a:pt x="16637" y="46657"/>
                      <a:pt x="15748" y="34084"/>
                      <a:pt x="17907" y="31544"/>
                    </a:cubicBezTo>
                    <a:cubicBezTo>
                      <a:pt x="20065" y="29131"/>
                      <a:pt x="19050" y="26845"/>
                      <a:pt x="19303" y="24940"/>
                    </a:cubicBezTo>
                    <a:cubicBezTo>
                      <a:pt x="19558" y="23035"/>
                      <a:pt x="21971" y="22273"/>
                      <a:pt x="23368" y="22527"/>
                    </a:cubicBezTo>
                    <a:cubicBezTo>
                      <a:pt x="24764" y="22781"/>
                      <a:pt x="27051" y="23670"/>
                      <a:pt x="30861" y="23670"/>
                    </a:cubicBezTo>
                    <a:cubicBezTo>
                      <a:pt x="30861" y="23670"/>
                      <a:pt x="34417" y="22654"/>
                      <a:pt x="36576" y="22527"/>
                    </a:cubicBezTo>
                    <a:cubicBezTo>
                      <a:pt x="37973" y="22400"/>
                      <a:pt x="40894" y="23289"/>
                      <a:pt x="44703" y="20114"/>
                    </a:cubicBezTo>
                    <a:cubicBezTo>
                      <a:pt x="44703" y="20114"/>
                      <a:pt x="51181" y="15161"/>
                      <a:pt x="51435" y="11351"/>
                    </a:cubicBezTo>
                    <a:cubicBezTo>
                      <a:pt x="51688" y="7541"/>
                      <a:pt x="50673" y="2715"/>
                      <a:pt x="42290" y="2715"/>
                    </a:cubicBezTo>
                    <a:cubicBezTo>
                      <a:pt x="35051" y="2715"/>
                      <a:pt x="27813" y="2207"/>
                      <a:pt x="23368" y="1572"/>
                    </a:cubicBezTo>
                    <a:cubicBezTo>
                      <a:pt x="19685" y="1064"/>
                      <a:pt x="16890" y="810"/>
                      <a:pt x="14224" y="556"/>
                    </a:cubicBezTo>
                    <a:cubicBezTo>
                      <a:pt x="14224" y="556"/>
                      <a:pt x="8382" y="-1730"/>
                      <a:pt x="3683" y="2969"/>
                    </a:cubicBezTo>
                    <a:cubicBezTo>
                      <a:pt x="126" y="6398"/>
                      <a:pt x="888" y="8684"/>
                      <a:pt x="2032" y="10589"/>
                    </a:cubicBezTo>
                    <a:cubicBezTo>
                      <a:pt x="3937" y="13637"/>
                      <a:pt x="10540" y="16304"/>
                      <a:pt x="10160" y="17828"/>
                    </a:cubicBezTo>
                    <a:cubicBezTo>
                      <a:pt x="9778" y="19479"/>
                      <a:pt x="6476" y="21511"/>
                      <a:pt x="5714" y="22654"/>
                    </a:cubicBezTo>
                    <a:cubicBezTo>
                      <a:pt x="4952" y="23924"/>
                      <a:pt x="3301" y="25956"/>
                      <a:pt x="4063" y="27861"/>
                    </a:cubicBezTo>
                    <a:cubicBezTo>
                      <a:pt x="4826" y="29893"/>
                      <a:pt x="4063" y="32306"/>
                      <a:pt x="2032" y="34338"/>
                    </a:cubicBezTo>
                    <a:cubicBezTo>
                      <a:pt x="0" y="36370"/>
                      <a:pt x="0" y="40815"/>
                      <a:pt x="0" y="42847"/>
                    </a:cubicBezTo>
                    <a:lnTo>
                      <a:pt x="381" y="71041"/>
                    </a:lnTo>
                    <a:cubicBezTo>
                      <a:pt x="381" y="71041"/>
                      <a:pt x="-2794" y="91361"/>
                      <a:pt x="30226" y="91742"/>
                    </a:cubicBezTo>
                    <a:cubicBezTo>
                      <a:pt x="30226" y="91742"/>
                      <a:pt x="46227" y="91615"/>
                      <a:pt x="52324" y="89837"/>
                    </a:cubicBezTo>
                    <a:cubicBezTo>
                      <a:pt x="54737" y="89075"/>
                      <a:pt x="55499" y="86916"/>
                      <a:pt x="57150" y="85265"/>
                    </a:cubicBezTo>
                    <a:cubicBezTo>
                      <a:pt x="58293" y="83995"/>
                      <a:pt x="58420" y="80058"/>
                      <a:pt x="57912" y="78026"/>
                    </a:cubicBezTo>
                    <a:cubicBezTo>
                      <a:pt x="57150" y="74343"/>
                      <a:pt x="52959" y="71168"/>
                      <a:pt x="49276" y="72819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6" name="자유형: 도형 15">
                <a:extLst>
                  <a:ext uri="{FF2B5EF4-FFF2-40B4-BE49-F238E27FC236}">
                    <a16:creationId xmlns:a16="http://schemas.microsoft.com/office/drawing/2014/main" id="{11744907-5769-A732-EAE3-73B516C5B243}"/>
                  </a:ext>
                </a:extLst>
              </p:cNvPr>
              <p:cNvSpPr/>
              <p:nvPr/>
            </p:nvSpPr>
            <p:spPr>
              <a:xfrm>
                <a:off x="10682436" y="504988"/>
                <a:ext cx="54146" cy="97217"/>
              </a:xfrm>
              <a:custGeom>
                <a:avLst/>
                <a:gdLst>
                  <a:gd name="connsiteX0" fmla="*/ 47413 w 54146"/>
                  <a:gd name="connsiteY0" fmla="*/ 10730 h 97217"/>
                  <a:gd name="connsiteX1" fmla="*/ 43858 w 54146"/>
                  <a:gd name="connsiteY1" fmla="*/ 189 h 97217"/>
                  <a:gd name="connsiteX2" fmla="*/ 37380 w 54146"/>
                  <a:gd name="connsiteY2" fmla="*/ 697 h 97217"/>
                  <a:gd name="connsiteX3" fmla="*/ 32554 w 54146"/>
                  <a:gd name="connsiteY3" fmla="*/ 6031 h 97217"/>
                  <a:gd name="connsiteX4" fmla="*/ 30903 w 54146"/>
                  <a:gd name="connsiteY4" fmla="*/ 21525 h 97217"/>
                  <a:gd name="connsiteX5" fmla="*/ 32427 w 54146"/>
                  <a:gd name="connsiteY5" fmla="*/ 58101 h 97217"/>
                  <a:gd name="connsiteX6" fmla="*/ 20616 w 54146"/>
                  <a:gd name="connsiteY6" fmla="*/ 58355 h 97217"/>
                  <a:gd name="connsiteX7" fmla="*/ 13504 w 54146"/>
                  <a:gd name="connsiteY7" fmla="*/ 7428 h 97217"/>
                  <a:gd name="connsiteX8" fmla="*/ 4360 w 54146"/>
                  <a:gd name="connsiteY8" fmla="*/ 3618 h 97217"/>
                  <a:gd name="connsiteX9" fmla="*/ 677 w 54146"/>
                  <a:gd name="connsiteY9" fmla="*/ 6031 h 97217"/>
                  <a:gd name="connsiteX10" fmla="*/ 677 w 54146"/>
                  <a:gd name="connsiteY10" fmla="*/ 13651 h 97217"/>
                  <a:gd name="connsiteX11" fmla="*/ 1566 w 54146"/>
                  <a:gd name="connsiteY11" fmla="*/ 66483 h 97217"/>
                  <a:gd name="connsiteX12" fmla="*/ 3598 w 54146"/>
                  <a:gd name="connsiteY12" fmla="*/ 95439 h 97217"/>
                  <a:gd name="connsiteX13" fmla="*/ 10837 w 54146"/>
                  <a:gd name="connsiteY13" fmla="*/ 94804 h 97217"/>
                  <a:gd name="connsiteX14" fmla="*/ 21378 w 54146"/>
                  <a:gd name="connsiteY14" fmla="*/ 92010 h 97217"/>
                  <a:gd name="connsiteX15" fmla="*/ 20997 w 54146"/>
                  <a:gd name="connsiteY15" fmla="*/ 76262 h 97217"/>
                  <a:gd name="connsiteX16" fmla="*/ 20871 w 54146"/>
                  <a:gd name="connsiteY16" fmla="*/ 73976 h 97217"/>
                  <a:gd name="connsiteX17" fmla="*/ 24046 w 54146"/>
                  <a:gd name="connsiteY17" fmla="*/ 72579 h 97217"/>
                  <a:gd name="connsiteX18" fmla="*/ 33316 w 54146"/>
                  <a:gd name="connsiteY18" fmla="*/ 72071 h 97217"/>
                  <a:gd name="connsiteX19" fmla="*/ 34205 w 54146"/>
                  <a:gd name="connsiteY19" fmla="*/ 89597 h 97217"/>
                  <a:gd name="connsiteX20" fmla="*/ 41952 w 54146"/>
                  <a:gd name="connsiteY20" fmla="*/ 97217 h 97217"/>
                  <a:gd name="connsiteX21" fmla="*/ 53763 w 54146"/>
                  <a:gd name="connsiteY21" fmla="*/ 86676 h 97217"/>
                  <a:gd name="connsiteX22" fmla="*/ 50715 w 54146"/>
                  <a:gd name="connsiteY22" fmla="*/ 45528 h 97217"/>
                  <a:gd name="connsiteX23" fmla="*/ 47413 w 54146"/>
                  <a:gd name="connsiteY23" fmla="*/ 10730 h 97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54146" h="97217">
                    <a:moveTo>
                      <a:pt x="47413" y="10730"/>
                    </a:moveTo>
                    <a:cubicBezTo>
                      <a:pt x="47286" y="10095"/>
                      <a:pt x="47795" y="697"/>
                      <a:pt x="43858" y="189"/>
                    </a:cubicBezTo>
                    <a:cubicBezTo>
                      <a:pt x="39539" y="-319"/>
                      <a:pt x="39794" y="316"/>
                      <a:pt x="37380" y="697"/>
                    </a:cubicBezTo>
                    <a:cubicBezTo>
                      <a:pt x="37380" y="697"/>
                      <a:pt x="32300" y="316"/>
                      <a:pt x="32554" y="6031"/>
                    </a:cubicBezTo>
                    <a:cubicBezTo>
                      <a:pt x="32808" y="11746"/>
                      <a:pt x="30903" y="17207"/>
                      <a:pt x="30903" y="21525"/>
                    </a:cubicBezTo>
                    <a:cubicBezTo>
                      <a:pt x="30903" y="23811"/>
                      <a:pt x="31792" y="48830"/>
                      <a:pt x="32427" y="58101"/>
                    </a:cubicBezTo>
                    <a:cubicBezTo>
                      <a:pt x="28617" y="58355"/>
                      <a:pt x="23664" y="58355"/>
                      <a:pt x="20616" y="58355"/>
                    </a:cubicBezTo>
                    <a:cubicBezTo>
                      <a:pt x="20235" y="39178"/>
                      <a:pt x="19092" y="11238"/>
                      <a:pt x="13504" y="7428"/>
                    </a:cubicBezTo>
                    <a:cubicBezTo>
                      <a:pt x="9186" y="4507"/>
                      <a:pt x="8044" y="2856"/>
                      <a:pt x="4360" y="3618"/>
                    </a:cubicBezTo>
                    <a:cubicBezTo>
                      <a:pt x="2455" y="3999"/>
                      <a:pt x="1185" y="4761"/>
                      <a:pt x="677" y="6031"/>
                    </a:cubicBezTo>
                    <a:cubicBezTo>
                      <a:pt x="677" y="6031"/>
                      <a:pt x="-847" y="8317"/>
                      <a:pt x="677" y="13651"/>
                    </a:cubicBezTo>
                    <a:cubicBezTo>
                      <a:pt x="1821" y="18096"/>
                      <a:pt x="1185" y="58101"/>
                      <a:pt x="1566" y="66483"/>
                    </a:cubicBezTo>
                    <a:cubicBezTo>
                      <a:pt x="1947" y="74992"/>
                      <a:pt x="1566" y="94296"/>
                      <a:pt x="3598" y="95439"/>
                    </a:cubicBezTo>
                    <a:cubicBezTo>
                      <a:pt x="5630" y="96582"/>
                      <a:pt x="8044" y="97217"/>
                      <a:pt x="10837" y="94804"/>
                    </a:cubicBezTo>
                    <a:cubicBezTo>
                      <a:pt x="13632" y="92391"/>
                      <a:pt x="18965" y="94296"/>
                      <a:pt x="21378" y="92010"/>
                    </a:cubicBezTo>
                    <a:cubicBezTo>
                      <a:pt x="22395" y="90994"/>
                      <a:pt x="21378" y="80707"/>
                      <a:pt x="20997" y="76262"/>
                    </a:cubicBezTo>
                    <a:cubicBezTo>
                      <a:pt x="20997" y="75881"/>
                      <a:pt x="20997" y="75119"/>
                      <a:pt x="20871" y="73976"/>
                    </a:cubicBezTo>
                    <a:cubicBezTo>
                      <a:pt x="21633" y="73595"/>
                      <a:pt x="22648" y="73214"/>
                      <a:pt x="24046" y="72579"/>
                    </a:cubicBezTo>
                    <a:cubicBezTo>
                      <a:pt x="26966" y="71436"/>
                      <a:pt x="30396" y="71563"/>
                      <a:pt x="33316" y="72071"/>
                    </a:cubicBezTo>
                    <a:cubicBezTo>
                      <a:pt x="33697" y="80326"/>
                      <a:pt x="34078" y="89089"/>
                      <a:pt x="34205" y="89597"/>
                    </a:cubicBezTo>
                    <a:cubicBezTo>
                      <a:pt x="34459" y="90359"/>
                      <a:pt x="34713" y="97217"/>
                      <a:pt x="41952" y="97217"/>
                    </a:cubicBezTo>
                    <a:cubicBezTo>
                      <a:pt x="50842" y="97217"/>
                      <a:pt x="52239" y="94804"/>
                      <a:pt x="53763" y="86676"/>
                    </a:cubicBezTo>
                    <a:cubicBezTo>
                      <a:pt x="55414" y="78548"/>
                      <a:pt x="51223" y="57720"/>
                      <a:pt x="50715" y="45528"/>
                    </a:cubicBezTo>
                    <a:cubicBezTo>
                      <a:pt x="50208" y="30669"/>
                      <a:pt x="47921" y="12508"/>
                      <a:pt x="47413" y="1073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7" name="자유형: 도형 16">
                <a:extLst>
                  <a:ext uri="{FF2B5EF4-FFF2-40B4-BE49-F238E27FC236}">
                    <a16:creationId xmlns:a16="http://schemas.microsoft.com/office/drawing/2014/main" id="{364ABC96-B872-FB7A-21A1-AAD9ABE9A321}"/>
                  </a:ext>
                </a:extLst>
              </p:cNvPr>
              <p:cNvSpPr/>
              <p:nvPr/>
            </p:nvSpPr>
            <p:spPr>
              <a:xfrm>
                <a:off x="10799151" y="480251"/>
                <a:ext cx="22438" cy="20627"/>
              </a:xfrm>
              <a:custGeom>
                <a:avLst/>
                <a:gdLst>
                  <a:gd name="connsiteX0" fmla="*/ 11344 w 22438"/>
                  <a:gd name="connsiteY0" fmla="*/ 20100 h 20627"/>
                  <a:gd name="connsiteX1" fmla="*/ 21885 w 22438"/>
                  <a:gd name="connsiteY1" fmla="*/ 15274 h 20627"/>
                  <a:gd name="connsiteX2" fmla="*/ 17821 w 22438"/>
                  <a:gd name="connsiteY2" fmla="*/ 2701 h 20627"/>
                  <a:gd name="connsiteX3" fmla="*/ 3216 w 22438"/>
                  <a:gd name="connsiteY3" fmla="*/ 1558 h 20627"/>
                  <a:gd name="connsiteX4" fmla="*/ 1184 w 22438"/>
                  <a:gd name="connsiteY4" fmla="*/ 10448 h 20627"/>
                  <a:gd name="connsiteX5" fmla="*/ 11344 w 22438"/>
                  <a:gd name="connsiteY5" fmla="*/ 20100 h 20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2438" h="20627">
                    <a:moveTo>
                      <a:pt x="11344" y="20100"/>
                    </a:moveTo>
                    <a:cubicBezTo>
                      <a:pt x="13376" y="20862"/>
                      <a:pt x="19853" y="21751"/>
                      <a:pt x="21885" y="15274"/>
                    </a:cubicBezTo>
                    <a:cubicBezTo>
                      <a:pt x="23917" y="8797"/>
                      <a:pt x="19853" y="5241"/>
                      <a:pt x="17821" y="2701"/>
                    </a:cubicBezTo>
                    <a:cubicBezTo>
                      <a:pt x="15789" y="288"/>
                      <a:pt x="8550" y="-1363"/>
                      <a:pt x="3216" y="1558"/>
                    </a:cubicBezTo>
                    <a:cubicBezTo>
                      <a:pt x="3216" y="1558"/>
                      <a:pt x="-2372" y="5495"/>
                      <a:pt x="1184" y="10448"/>
                    </a:cubicBezTo>
                    <a:cubicBezTo>
                      <a:pt x="4232" y="14639"/>
                      <a:pt x="9312" y="19211"/>
                      <a:pt x="11344" y="2010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8" name="자유형: 도형 17">
                <a:extLst>
                  <a:ext uri="{FF2B5EF4-FFF2-40B4-BE49-F238E27FC236}">
                    <a16:creationId xmlns:a16="http://schemas.microsoft.com/office/drawing/2014/main" id="{2C3FAE37-F79F-35C8-040D-0AA22E437C42}"/>
                  </a:ext>
                </a:extLst>
              </p:cNvPr>
              <p:cNvSpPr/>
              <p:nvPr/>
            </p:nvSpPr>
            <p:spPr>
              <a:xfrm>
                <a:off x="10772136" y="501474"/>
                <a:ext cx="67466" cy="81596"/>
              </a:xfrm>
              <a:custGeom>
                <a:avLst/>
                <a:gdLst>
                  <a:gd name="connsiteX0" fmla="*/ 39883 w 67466"/>
                  <a:gd name="connsiteY0" fmla="*/ 81428 h 81596"/>
                  <a:gd name="connsiteX1" fmla="*/ 49788 w 67466"/>
                  <a:gd name="connsiteY1" fmla="*/ 77999 h 81596"/>
                  <a:gd name="connsiteX2" fmla="*/ 57027 w 67466"/>
                  <a:gd name="connsiteY2" fmla="*/ 74189 h 81596"/>
                  <a:gd name="connsiteX3" fmla="*/ 66933 w 67466"/>
                  <a:gd name="connsiteY3" fmla="*/ 61235 h 81596"/>
                  <a:gd name="connsiteX4" fmla="*/ 53725 w 67466"/>
                  <a:gd name="connsiteY4" fmla="*/ 28342 h 81596"/>
                  <a:gd name="connsiteX5" fmla="*/ 42676 w 67466"/>
                  <a:gd name="connsiteY5" fmla="*/ 22627 h 81596"/>
                  <a:gd name="connsiteX6" fmla="*/ 48899 w 67466"/>
                  <a:gd name="connsiteY6" fmla="*/ 20468 h 81596"/>
                  <a:gd name="connsiteX7" fmla="*/ 58044 w 67466"/>
                  <a:gd name="connsiteY7" fmla="*/ 16912 h 81596"/>
                  <a:gd name="connsiteX8" fmla="*/ 60583 w 67466"/>
                  <a:gd name="connsiteY8" fmla="*/ 11578 h 81596"/>
                  <a:gd name="connsiteX9" fmla="*/ 58297 w 67466"/>
                  <a:gd name="connsiteY9" fmla="*/ 5101 h 81596"/>
                  <a:gd name="connsiteX10" fmla="*/ 48010 w 67466"/>
                  <a:gd name="connsiteY10" fmla="*/ 1291 h 81596"/>
                  <a:gd name="connsiteX11" fmla="*/ 27817 w 67466"/>
                  <a:gd name="connsiteY11" fmla="*/ 783 h 81596"/>
                  <a:gd name="connsiteX12" fmla="*/ 10546 w 67466"/>
                  <a:gd name="connsiteY12" fmla="*/ 21 h 81596"/>
                  <a:gd name="connsiteX13" fmla="*/ 4 w 67466"/>
                  <a:gd name="connsiteY13" fmla="*/ 7006 h 81596"/>
                  <a:gd name="connsiteX14" fmla="*/ 8386 w 67466"/>
                  <a:gd name="connsiteY14" fmla="*/ 21357 h 81596"/>
                  <a:gd name="connsiteX15" fmla="*/ 20833 w 67466"/>
                  <a:gd name="connsiteY15" fmla="*/ 23770 h 81596"/>
                  <a:gd name="connsiteX16" fmla="*/ 5338 w 67466"/>
                  <a:gd name="connsiteY16" fmla="*/ 41296 h 81596"/>
                  <a:gd name="connsiteX17" fmla="*/ 10672 w 67466"/>
                  <a:gd name="connsiteY17" fmla="*/ 73554 h 81596"/>
                  <a:gd name="connsiteX18" fmla="*/ 39883 w 67466"/>
                  <a:gd name="connsiteY18" fmla="*/ 81428 h 81596"/>
                  <a:gd name="connsiteX19" fmla="*/ 22737 w 67466"/>
                  <a:gd name="connsiteY19" fmla="*/ 49805 h 81596"/>
                  <a:gd name="connsiteX20" fmla="*/ 34040 w 67466"/>
                  <a:gd name="connsiteY20" fmla="*/ 37359 h 81596"/>
                  <a:gd name="connsiteX21" fmla="*/ 53979 w 67466"/>
                  <a:gd name="connsiteY21" fmla="*/ 50694 h 81596"/>
                  <a:gd name="connsiteX22" fmla="*/ 51439 w 67466"/>
                  <a:gd name="connsiteY22" fmla="*/ 60854 h 81596"/>
                  <a:gd name="connsiteX23" fmla="*/ 44962 w 67466"/>
                  <a:gd name="connsiteY23" fmla="*/ 63013 h 81596"/>
                  <a:gd name="connsiteX24" fmla="*/ 40898 w 67466"/>
                  <a:gd name="connsiteY24" fmla="*/ 66061 h 81596"/>
                  <a:gd name="connsiteX25" fmla="*/ 31246 w 67466"/>
                  <a:gd name="connsiteY25" fmla="*/ 64156 h 81596"/>
                  <a:gd name="connsiteX26" fmla="*/ 22737 w 67466"/>
                  <a:gd name="connsiteY26" fmla="*/ 49805 h 815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67466" h="81596">
                    <a:moveTo>
                      <a:pt x="39883" y="81428"/>
                    </a:moveTo>
                    <a:cubicBezTo>
                      <a:pt x="39883" y="81428"/>
                      <a:pt x="47121" y="79904"/>
                      <a:pt x="49788" y="77999"/>
                    </a:cubicBezTo>
                    <a:cubicBezTo>
                      <a:pt x="51821" y="76602"/>
                      <a:pt x="55122" y="74443"/>
                      <a:pt x="57027" y="74189"/>
                    </a:cubicBezTo>
                    <a:cubicBezTo>
                      <a:pt x="58933" y="73935"/>
                      <a:pt x="65155" y="69363"/>
                      <a:pt x="66933" y="61235"/>
                    </a:cubicBezTo>
                    <a:cubicBezTo>
                      <a:pt x="68838" y="53107"/>
                      <a:pt x="65917" y="37232"/>
                      <a:pt x="53725" y="28342"/>
                    </a:cubicBezTo>
                    <a:cubicBezTo>
                      <a:pt x="53725" y="28342"/>
                      <a:pt x="46995" y="24024"/>
                      <a:pt x="42676" y="22627"/>
                    </a:cubicBezTo>
                    <a:cubicBezTo>
                      <a:pt x="38358" y="21230"/>
                      <a:pt x="47248" y="20468"/>
                      <a:pt x="48899" y="20468"/>
                    </a:cubicBezTo>
                    <a:cubicBezTo>
                      <a:pt x="50550" y="20468"/>
                      <a:pt x="56138" y="21230"/>
                      <a:pt x="58044" y="16912"/>
                    </a:cubicBezTo>
                    <a:cubicBezTo>
                      <a:pt x="59948" y="12594"/>
                      <a:pt x="58933" y="13737"/>
                      <a:pt x="60583" y="11578"/>
                    </a:cubicBezTo>
                    <a:cubicBezTo>
                      <a:pt x="61980" y="9927"/>
                      <a:pt x="61472" y="7641"/>
                      <a:pt x="58297" y="5101"/>
                    </a:cubicBezTo>
                    <a:cubicBezTo>
                      <a:pt x="55884" y="3196"/>
                      <a:pt x="52709" y="1545"/>
                      <a:pt x="48010" y="1291"/>
                    </a:cubicBezTo>
                    <a:cubicBezTo>
                      <a:pt x="43438" y="1037"/>
                      <a:pt x="31882" y="1037"/>
                      <a:pt x="27817" y="783"/>
                    </a:cubicBezTo>
                    <a:cubicBezTo>
                      <a:pt x="23753" y="529"/>
                      <a:pt x="10546" y="21"/>
                      <a:pt x="10546" y="21"/>
                    </a:cubicBezTo>
                    <a:cubicBezTo>
                      <a:pt x="10546" y="21"/>
                      <a:pt x="-250" y="-741"/>
                      <a:pt x="4" y="7006"/>
                    </a:cubicBezTo>
                    <a:cubicBezTo>
                      <a:pt x="258" y="14753"/>
                      <a:pt x="1147" y="19071"/>
                      <a:pt x="8386" y="21357"/>
                    </a:cubicBezTo>
                    <a:cubicBezTo>
                      <a:pt x="15625" y="23516"/>
                      <a:pt x="18927" y="23516"/>
                      <a:pt x="20833" y="23770"/>
                    </a:cubicBezTo>
                    <a:cubicBezTo>
                      <a:pt x="20833" y="23770"/>
                      <a:pt x="11815" y="28088"/>
                      <a:pt x="5338" y="41296"/>
                    </a:cubicBezTo>
                    <a:cubicBezTo>
                      <a:pt x="1021" y="50186"/>
                      <a:pt x="512" y="65299"/>
                      <a:pt x="10672" y="73554"/>
                    </a:cubicBezTo>
                    <a:cubicBezTo>
                      <a:pt x="21086" y="81809"/>
                      <a:pt x="31627" y="81936"/>
                      <a:pt x="39883" y="81428"/>
                    </a:cubicBezTo>
                    <a:close/>
                    <a:moveTo>
                      <a:pt x="22737" y="49805"/>
                    </a:moveTo>
                    <a:cubicBezTo>
                      <a:pt x="22991" y="37994"/>
                      <a:pt x="34040" y="37359"/>
                      <a:pt x="34040" y="37359"/>
                    </a:cubicBezTo>
                    <a:cubicBezTo>
                      <a:pt x="47502" y="36089"/>
                      <a:pt x="53090" y="44979"/>
                      <a:pt x="53979" y="50694"/>
                    </a:cubicBezTo>
                    <a:cubicBezTo>
                      <a:pt x="55122" y="57679"/>
                      <a:pt x="52709" y="60346"/>
                      <a:pt x="51439" y="60854"/>
                    </a:cubicBezTo>
                    <a:cubicBezTo>
                      <a:pt x="50042" y="61362"/>
                      <a:pt x="46867" y="61997"/>
                      <a:pt x="44962" y="63013"/>
                    </a:cubicBezTo>
                    <a:cubicBezTo>
                      <a:pt x="43058" y="64156"/>
                      <a:pt x="43820" y="65553"/>
                      <a:pt x="40898" y="66061"/>
                    </a:cubicBezTo>
                    <a:cubicBezTo>
                      <a:pt x="37977" y="66569"/>
                      <a:pt x="34675" y="66569"/>
                      <a:pt x="31246" y="64156"/>
                    </a:cubicBezTo>
                    <a:cubicBezTo>
                      <a:pt x="27563" y="61489"/>
                      <a:pt x="22483" y="59203"/>
                      <a:pt x="22737" y="49805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:a16="http://schemas.microsoft.com/office/drawing/2014/main" id="{94362A25-6F9F-563E-826F-F2AEA69A9D78}"/>
                  </a:ext>
                </a:extLst>
              </p:cNvPr>
              <p:cNvSpPr/>
              <p:nvPr/>
            </p:nvSpPr>
            <p:spPr>
              <a:xfrm>
                <a:off x="10844016" y="482667"/>
                <a:ext cx="62414" cy="93259"/>
              </a:xfrm>
              <a:custGeom>
                <a:avLst/>
                <a:gdLst>
                  <a:gd name="connsiteX0" fmla="*/ 58299 w 62414"/>
                  <a:gd name="connsiteY0" fmla="*/ 55657 h 93259"/>
                  <a:gd name="connsiteX1" fmla="*/ 34296 w 62414"/>
                  <a:gd name="connsiteY1" fmla="*/ 51593 h 93259"/>
                  <a:gd name="connsiteX2" fmla="*/ 18803 w 62414"/>
                  <a:gd name="connsiteY2" fmla="*/ 46513 h 93259"/>
                  <a:gd name="connsiteX3" fmla="*/ 18421 w 62414"/>
                  <a:gd name="connsiteY3" fmla="*/ 31400 h 93259"/>
                  <a:gd name="connsiteX4" fmla="*/ 13341 w 62414"/>
                  <a:gd name="connsiteY4" fmla="*/ 3714 h 93259"/>
                  <a:gd name="connsiteX5" fmla="*/ 4832 w 62414"/>
                  <a:gd name="connsiteY5" fmla="*/ 2317 h 93259"/>
                  <a:gd name="connsiteX6" fmla="*/ 2419 w 62414"/>
                  <a:gd name="connsiteY6" fmla="*/ 9429 h 93259"/>
                  <a:gd name="connsiteX7" fmla="*/ 133 w 62414"/>
                  <a:gd name="connsiteY7" fmla="*/ 16287 h 93259"/>
                  <a:gd name="connsiteX8" fmla="*/ 1530 w 62414"/>
                  <a:gd name="connsiteY8" fmla="*/ 66833 h 93259"/>
                  <a:gd name="connsiteX9" fmla="*/ 7499 w 62414"/>
                  <a:gd name="connsiteY9" fmla="*/ 93249 h 93259"/>
                  <a:gd name="connsiteX10" fmla="*/ 15628 w 62414"/>
                  <a:gd name="connsiteY10" fmla="*/ 88804 h 93259"/>
                  <a:gd name="connsiteX11" fmla="*/ 19818 w 62414"/>
                  <a:gd name="connsiteY11" fmla="*/ 76485 h 93259"/>
                  <a:gd name="connsiteX12" fmla="*/ 19183 w 62414"/>
                  <a:gd name="connsiteY12" fmla="*/ 58578 h 93259"/>
                  <a:gd name="connsiteX13" fmla="*/ 28454 w 62414"/>
                  <a:gd name="connsiteY13" fmla="*/ 63277 h 93259"/>
                  <a:gd name="connsiteX14" fmla="*/ 48140 w 62414"/>
                  <a:gd name="connsiteY14" fmla="*/ 71786 h 93259"/>
                  <a:gd name="connsiteX15" fmla="*/ 62109 w 62414"/>
                  <a:gd name="connsiteY15" fmla="*/ 65944 h 93259"/>
                  <a:gd name="connsiteX16" fmla="*/ 58299 w 62414"/>
                  <a:gd name="connsiteY16" fmla="*/ 55657 h 93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2414" h="93259">
                    <a:moveTo>
                      <a:pt x="58299" y="55657"/>
                    </a:moveTo>
                    <a:cubicBezTo>
                      <a:pt x="51568" y="51593"/>
                      <a:pt x="45853" y="52736"/>
                      <a:pt x="34296" y="51593"/>
                    </a:cubicBezTo>
                    <a:cubicBezTo>
                      <a:pt x="25533" y="50831"/>
                      <a:pt x="20834" y="48164"/>
                      <a:pt x="18803" y="46513"/>
                    </a:cubicBezTo>
                    <a:cubicBezTo>
                      <a:pt x="18676" y="39909"/>
                      <a:pt x="18676" y="34067"/>
                      <a:pt x="18421" y="31400"/>
                    </a:cubicBezTo>
                    <a:cubicBezTo>
                      <a:pt x="17914" y="24161"/>
                      <a:pt x="18929" y="11715"/>
                      <a:pt x="13341" y="3714"/>
                    </a:cubicBezTo>
                    <a:cubicBezTo>
                      <a:pt x="8134" y="-3652"/>
                      <a:pt x="4832" y="2190"/>
                      <a:pt x="4832" y="2317"/>
                    </a:cubicBezTo>
                    <a:cubicBezTo>
                      <a:pt x="4324" y="4222"/>
                      <a:pt x="3435" y="7778"/>
                      <a:pt x="2419" y="9429"/>
                    </a:cubicBezTo>
                    <a:cubicBezTo>
                      <a:pt x="1277" y="11080"/>
                      <a:pt x="-502" y="14636"/>
                      <a:pt x="133" y="16287"/>
                    </a:cubicBezTo>
                    <a:cubicBezTo>
                      <a:pt x="133" y="16287"/>
                      <a:pt x="515" y="49307"/>
                      <a:pt x="1530" y="66833"/>
                    </a:cubicBezTo>
                    <a:cubicBezTo>
                      <a:pt x="2928" y="88931"/>
                      <a:pt x="3435" y="93503"/>
                      <a:pt x="7499" y="93249"/>
                    </a:cubicBezTo>
                    <a:cubicBezTo>
                      <a:pt x="10166" y="93122"/>
                      <a:pt x="13215" y="91852"/>
                      <a:pt x="15628" y="88804"/>
                    </a:cubicBezTo>
                    <a:cubicBezTo>
                      <a:pt x="18041" y="85883"/>
                      <a:pt x="20707" y="82962"/>
                      <a:pt x="19818" y="76485"/>
                    </a:cubicBezTo>
                    <a:cubicBezTo>
                      <a:pt x="19437" y="73818"/>
                      <a:pt x="19310" y="66579"/>
                      <a:pt x="19183" y="58578"/>
                    </a:cubicBezTo>
                    <a:cubicBezTo>
                      <a:pt x="23628" y="58959"/>
                      <a:pt x="24264" y="59340"/>
                      <a:pt x="28454" y="63277"/>
                    </a:cubicBezTo>
                    <a:cubicBezTo>
                      <a:pt x="32899" y="67468"/>
                      <a:pt x="38741" y="71405"/>
                      <a:pt x="48140" y="71786"/>
                    </a:cubicBezTo>
                    <a:cubicBezTo>
                      <a:pt x="58934" y="72167"/>
                      <a:pt x="61602" y="68230"/>
                      <a:pt x="62109" y="65944"/>
                    </a:cubicBezTo>
                    <a:cubicBezTo>
                      <a:pt x="62109" y="64293"/>
                      <a:pt x="64015" y="59086"/>
                      <a:pt x="58299" y="55657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:a16="http://schemas.microsoft.com/office/drawing/2014/main" id="{1BAC824C-EB93-5D8F-6E14-8C7B24D14BB8}"/>
                  </a:ext>
                </a:extLst>
              </p:cNvPr>
              <p:cNvSpPr/>
              <p:nvPr/>
            </p:nvSpPr>
            <p:spPr>
              <a:xfrm>
                <a:off x="10799630" y="582696"/>
                <a:ext cx="85468" cy="41001"/>
              </a:xfrm>
              <a:custGeom>
                <a:avLst/>
                <a:gdLst>
                  <a:gd name="connsiteX0" fmla="*/ 75507 w 85468"/>
                  <a:gd name="connsiteY0" fmla="*/ 1348 h 41001"/>
                  <a:gd name="connsiteX1" fmla="*/ 70681 w 85468"/>
                  <a:gd name="connsiteY1" fmla="*/ 1729 h 41001"/>
                  <a:gd name="connsiteX2" fmla="*/ 61791 w 85468"/>
                  <a:gd name="connsiteY2" fmla="*/ 967 h 41001"/>
                  <a:gd name="connsiteX3" fmla="*/ 35883 w 85468"/>
                  <a:gd name="connsiteY3" fmla="*/ 78 h 41001"/>
                  <a:gd name="connsiteX4" fmla="*/ 6800 w 85468"/>
                  <a:gd name="connsiteY4" fmla="*/ 4396 h 41001"/>
                  <a:gd name="connsiteX5" fmla="*/ 69 w 85468"/>
                  <a:gd name="connsiteY5" fmla="*/ 10619 h 41001"/>
                  <a:gd name="connsiteX6" fmla="*/ 8451 w 85468"/>
                  <a:gd name="connsiteY6" fmla="*/ 16842 h 41001"/>
                  <a:gd name="connsiteX7" fmla="*/ 27882 w 85468"/>
                  <a:gd name="connsiteY7" fmla="*/ 12143 h 41001"/>
                  <a:gd name="connsiteX8" fmla="*/ 59886 w 85468"/>
                  <a:gd name="connsiteY8" fmla="*/ 9857 h 41001"/>
                  <a:gd name="connsiteX9" fmla="*/ 68268 w 85468"/>
                  <a:gd name="connsiteY9" fmla="*/ 17731 h 41001"/>
                  <a:gd name="connsiteX10" fmla="*/ 68268 w 85468"/>
                  <a:gd name="connsiteY10" fmla="*/ 35257 h 41001"/>
                  <a:gd name="connsiteX11" fmla="*/ 73856 w 85468"/>
                  <a:gd name="connsiteY11" fmla="*/ 40972 h 41001"/>
                  <a:gd name="connsiteX12" fmla="*/ 83000 w 85468"/>
                  <a:gd name="connsiteY12" fmla="*/ 36019 h 41001"/>
                  <a:gd name="connsiteX13" fmla="*/ 85413 w 85468"/>
                  <a:gd name="connsiteY13" fmla="*/ 19001 h 41001"/>
                  <a:gd name="connsiteX14" fmla="*/ 75507 w 85468"/>
                  <a:gd name="connsiteY14" fmla="*/ 1348 h 41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85468" h="41001">
                    <a:moveTo>
                      <a:pt x="75507" y="1348"/>
                    </a:moveTo>
                    <a:cubicBezTo>
                      <a:pt x="75507" y="1348"/>
                      <a:pt x="73221" y="1475"/>
                      <a:pt x="70681" y="1729"/>
                    </a:cubicBezTo>
                    <a:cubicBezTo>
                      <a:pt x="67760" y="1983"/>
                      <a:pt x="63950" y="1729"/>
                      <a:pt x="61791" y="967"/>
                    </a:cubicBezTo>
                    <a:cubicBezTo>
                      <a:pt x="59632" y="205"/>
                      <a:pt x="46170" y="-176"/>
                      <a:pt x="35883" y="78"/>
                    </a:cubicBezTo>
                    <a:cubicBezTo>
                      <a:pt x="23437" y="459"/>
                      <a:pt x="13658" y="2745"/>
                      <a:pt x="6800" y="4396"/>
                    </a:cubicBezTo>
                    <a:cubicBezTo>
                      <a:pt x="-185" y="6047"/>
                      <a:pt x="323" y="9476"/>
                      <a:pt x="69" y="10619"/>
                    </a:cubicBezTo>
                    <a:cubicBezTo>
                      <a:pt x="69" y="10619"/>
                      <a:pt x="-1328" y="17350"/>
                      <a:pt x="8451" y="16842"/>
                    </a:cubicBezTo>
                    <a:cubicBezTo>
                      <a:pt x="16071" y="16461"/>
                      <a:pt x="17341" y="12143"/>
                      <a:pt x="27882" y="12143"/>
                    </a:cubicBezTo>
                    <a:cubicBezTo>
                      <a:pt x="38423" y="12143"/>
                      <a:pt x="53790" y="8968"/>
                      <a:pt x="59886" y="9857"/>
                    </a:cubicBezTo>
                    <a:cubicBezTo>
                      <a:pt x="66109" y="10619"/>
                      <a:pt x="68014" y="12143"/>
                      <a:pt x="68268" y="17731"/>
                    </a:cubicBezTo>
                    <a:cubicBezTo>
                      <a:pt x="68522" y="23319"/>
                      <a:pt x="68268" y="35257"/>
                      <a:pt x="68268" y="35257"/>
                    </a:cubicBezTo>
                    <a:cubicBezTo>
                      <a:pt x="68268" y="35257"/>
                      <a:pt x="69030" y="41480"/>
                      <a:pt x="73856" y="40972"/>
                    </a:cubicBezTo>
                    <a:cubicBezTo>
                      <a:pt x="78682" y="40464"/>
                      <a:pt x="80841" y="38559"/>
                      <a:pt x="83000" y="36019"/>
                    </a:cubicBezTo>
                    <a:cubicBezTo>
                      <a:pt x="86048" y="32717"/>
                      <a:pt x="85413" y="21668"/>
                      <a:pt x="85413" y="19001"/>
                    </a:cubicBezTo>
                    <a:cubicBezTo>
                      <a:pt x="85413" y="16207"/>
                      <a:pt x="86302" y="4650"/>
                      <a:pt x="75507" y="1348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1" name="자유형: 도형 20">
                <a:extLst>
                  <a:ext uri="{FF2B5EF4-FFF2-40B4-BE49-F238E27FC236}">
                    <a16:creationId xmlns:a16="http://schemas.microsoft.com/office/drawing/2014/main" id="{49666349-17C6-934B-3352-8E5372187E1B}"/>
                  </a:ext>
                </a:extLst>
              </p:cNvPr>
              <p:cNvSpPr/>
              <p:nvPr/>
            </p:nvSpPr>
            <p:spPr>
              <a:xfrm>
                <a:off x="10964768" y="503653"/>
                <a:ext cx="78366" cy="66897"/>
              </a:xfrm>
              <a:custGeom>
                <a:avLst/>
                <a:gdLst>
                  <a:gd name="connsiteX0" fmla="*/ 12224 w 78366"/>
                  <a:gd name="connsiteY0" fmla="*/ 15113 h 66897"/>
                  <a:gd name="connsiteX1" fmla="*/ 18447 w 78366"/>
                  <a:gd name="connsiteY1" fmla="*/ 16256 h 66897"/>
                  <a:gd name="connsiteX2" fmla="*/ 31909 w 78366"/>
                  <a:gd name="connsiteY2" fmla="*/ 15113 h 66897"/>
                  <a:gd name="connsiteX3" fmla="*/ 51466 w 78366"/>
                  <a:gd name="connsiteY3" fmla="*/ 16764 h 66897"/>
                  <a:gd name="connsiteX4" fmla="*/ 57689 w 78366"/>
                  <a:gd name="connsiteY4" fmla="*/ 38862 h 66897"/>
                  <a:gd name="connsiteX5" fmla="*/ 61500 w 78366"/>
                  <a:gd name="connsiteY5" fmla="*/ 63373 h 66897"/>
                  <a:gd name="connsiteX6" fmla="*/ 66834 w 78366"/>
                  <a:gd name="connsiteY6" fmla="*/ 66675 h 66897"/>
                  <a:gd name="connsiteX7" fmla="*/ 74580 w 78366"/>
                  <a:gd name="connsiteY7" fmla="*/ 59436 h 66897"/>
                  <a:gd name="connsiteX8" fmla="*/ 77120 w 78366"/>
                  <a:gd name="connsiteY8" fmla="*/ 44323 h 66897"/>
                  <a:gd name="connsiteX9" fmla="*/ 77120 w 78366"/>
                  <a:gd name="connsiteY9" fmla="*/ 24384 h 66897"/>
                  <a:gd name="connsiteX10" fmla="*/ 54514 w 78366"/>
                  <a:gd name="connsiteY10" fmla="*/ 3810 h 66897"/>
                  <a:gd name="connsiteX11" fmla="*/ 41561 w 78366"/>
                  <a:gd name="connsiteY11" fmla="*/ 2159 h 66897"/>
                  <a:gd name="connsiteX12" fmla="*/ 18447 w 78366"/>
                  <a:gd name="connsiteY12" fmla="*/ 1651 h 66897"/>
                  <a:gd name="connsiteX13" fmla="*/ 3588 w 78366"/>
                  <a:gd name="connsiteY13" fmla="*/ 0 h 66897"/>
                  <a:gd name="connsiteX14" fmla="*/ 413 w 78366"/>
                  <a:gd name="connsiteY14" fmla="*/ 4318 h 66897"/>
                  <a:gd name="connsiteX15" fmla="*/ 2064 w 78366"/>
                  <a:gd name="connsiteY15" fmla="*/ 10668 h 66897"/>
                  <a:gd name="connsiteX16" fmla="*/ 12224 w 78366"/>
                  <a:gd name="connsiteY16" fmla="*/ 15113 h 66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78366" h="66897">
                    <a:moveTo>
                      <a:pt x="12224" y="15113"/>
                    </a:moveTo>
                    <a:cubicBezTo>
                      <a:pt x="16288" y="15113"/>
                      <a:pt x="16161" y="16129"/>
                      <a:pt x="18447" y="16256"/>
                    </a:cubicBezTo>
                    <a:cubicBezTo>
                      <a:pt x="21876" y="16510"/>
                      <a:pt x="28606" y="15621"/>
                      <a:pt x="31909" y="15113"/>
                    </a:cubicBezTo>
                    <a:cubicBezTo>
                      <a:pt x="36989" y="14351"/>
                      <a:pt x="49562" y="14605"/>
                      <a:pt x="51466" y="16764"/>
                    </a:cubicBezTo>
                    <a:cubicBezTo>
                      <a:pt x="53372" y="18923"/>
                      <a:pt x="56927" y="21971"/>
                      <a:pt x="57689" y="38862"/>
                    </a:cubicBezTo>
                    <a:cubicBezTo>
                      <a:pt x="58578" y="58039"/>
                      <a:pt x="58705" y="60452"/>
                      <a:pt x="61500" y="63373"/>
                    </a:cubicBezTo>
                    <a:cubicBezTo>
                      <a:pt x="64166" y="66421"/>
                      <a:pt x="63913" y="66040"/>
                      <a:pt x="66834" y="66675"/>
                    </a:cubicBezTo>
                    <a:cubicBezTo>
                      <a:pt x="70009" y="67310"/>
                      <a:pt x="72929" y="67056"/>
                      <a:pt x="74580" y="59436"/>
                    </a:cubicBezTo>
                    <a:cubicBezTo>
                      <a:pt x="74580" y="59436"/>
                      <a:pt x="75724" y="49784"/>
                      <a:pt x="77120" y="44323"/>
                    </a:cubicBezTo>
                    <a:cubicBezTo>
                      <a:pt x="78517" y="38989"/>
                      <a:pt x="79026" y="33655"/>
                      <a:pt x="77120" y="24384"/>
                    </a:cubicBezTo>
                    <a:cubicBezTo>
                      <a:pt x="75469" y="16510"/>
                      <a:pt x="70389" y="6985"/>
                      <a:pt x="54514" y="3810"/>
                    </a:cubicBezTo>
                    <a:cubicBezTo>
                      <a:pt x="45370" y="2032"/>
                      <a:pt x="45625" y="3048"/>
                      <a:pt x="41561" y="2159"/>
                    </a:cubicBezTo>
                    <a:cubicBezTo>
                      <a:pt x="37497" y="1397"/>
                      <a:pt x="23780" y="2286"/>
                      <a:pt x="18447" y="1651"/>
                    </a:cubicBezTo>
                    <a:cubicBezTo>
                      <a:pt x="13113" y="1143"/>
                      <a:pt x="6254" y="0"/>
                      <a:pt x="3588" y="0"/>
                    </a:cubicBezTo>
                    <a:cubicBezTo>
                      <a:pt x="1810" y="0"/>
                      <a:pt x="666" y="2413"/>
                      <a:pt x="413" y="4318"/>
                    </a:cubicBezTo>
                    <a:cubicBezTo>
                      <a:pt x="413" y="4318"/>
                      <a:pt x="-1238" y="7747"/>
                      <a:pt x="2064" y="10668"/>
                    </a:cubicBezTo>
                    <a:cubicBezTo>
                      <a:pt x="5112" y="13843"/>
                      <a:pt x="8160" y="15113"/>
                      <a:pt x="12224" y="15113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53A2194E-887D-F9B8-74AA-F039988A6718}"/>
                  </a:ext>
                </a:extLst>
              </p:cNvPr>
              <p:cNvSpPr/>
              <p:nvPr/>
            </p:nvSpPr>
            <p:spPr>
              <a:xfrm>
                <a:off x="10941833" y="539947"/>
                <a:ext cx="20184" cy="27215"/>
              </a:xfrm>
              <a:custGeom>
                <a:avLst/>
                <a:gdLst>
                  <a:gd name="connsiteX0" fmla="*/ 3662 w 20184"/>
                  <a:gd name="connsiteY0" fmla="*/ 25302 h 27215"/>
                  <a:gd name="connsiteX1" fmla="*/ 8743 w 20184"/>
                  <a:gd name="connsiteY1" fmla="*/ 27207 h 27215"/>
                  <a:gd name="connsiteX2" fmla="*/ 14077 w 20184"/>
                  <a:gd name="connsiteY2" fmla="*/ 23143 h 27215"/>
                  <a:gd name="connsiteX3" fmla="*/ 19537 w 20184"/>
                  <a:gd name="connsiteY3" fmla="*/ 18317 h 27215"/>
                  <a:gd name="connsiteX4" fmla="*/ 19284 w 20184"/>
                  <a:gd name="connsiteY4" fmla="*/ 14761 h 27215"/>
                  <a:gd name="connsiteX5" fmla="*/ 16490 w 20184"/>
                  <a:gd name="connsiteY5" fmla="*/ 5871 h 27215"/>
                  <a:gd name="connsiteX6" fmla="*/ 8997 w 20184"/>
                  <a:gd name="connsiteY6" fmla="*/ 29 h 27215"/>
                  <a:gd name="connsiteX7" fmla="*/ 4679 w 20184"/>
                  <a:gd name="connsiteY7" fmla="*/ 5490 h 27215"/>
                  <a:gd name="connsiteX8" fmla="*/ 2011 w 20184"/>
                  <a:gd name="connsiteY8" fmla="*/ 11967 h 27215"/>
                  <a:gd name="connsiteX9" fmla="*/ 742 w 20184"/>
                  <a:gd name="connsiteY9" fmla="*/ 22000 h 27215"/>
                  <a:gd name="connsiteX10" fmla="*/ 3662 w 20184"/>
                  <a:gd name="connsiteY10" fmla="*/ 25302 h 272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0184" h="27215">
                    <a:moveTo>
                      <a:pt x="3662" y="25302"/>
                    </a:moveTo>
                    <a:cubicBezTo>
                      <a:pt x="4679" y="26064"/>
                      <a:pt x="6837" y="27334"/>
                      <a:pt x="8743" y="27207"/>
                    </a:cubicBezTo>
                    <a:cubicBezTo>
                      <a:pt x="11156" y="27080"/>
                      <a:pt x="12807" y="24032"/>
                      <a:pt x="14077" y="23143"/>
                    </a:cubicBezTo>
                    <a:cubicBezTo>
                      <a:pt x="15474" y="22381"/>
                      <a:pt x="18522" y="19968"/>
                      <a:pt x="19537" y="18317"/>
                    </a:cubicBezTo>
                    <a:cubicBezTo>
                      <a:pt x="20554" y="16666"/>
                      <a:pt x="20299" y="15904"/>
                      <a:pt x="19284" y="14761"/>
                    </a:cubicBezTo>
                    <a:cubicBezTo>
                      <a:pt x="18268" y="13745"/>
                      <a:pt x="17252" y="8538"/>
                      <a:pt x="16490" y="5871"/>
                    </a:cubicBezTo>
                    <a:cubicBezTo>
                      <a:pt x="15728" y="3204"/>
                      <a:pt x="11156" y="283"/>
                      <a:pt x="8997" y="29"/>
                    </a:cubicBezTo>
                    <a:cubicBezTo>
                      <a:pt x="6837" y="-225"/>
                      <a:pt x="5186" y="1172"/>
                      <a:pt x="4679" y="5490"/>
                    </a:cubicBezTo>
                    <a:cubicBezTo>
                      <a:pt x="4679" y="5490"/>
                      <a:pt x="4424" y="9300"/>
                      <a:pt x="2011" y="11967"/>
                    </a:cubicBezTo>
                    <a:cubicBezTo>
                      <a:pt x="-401" y="14634"/>
                      <a:pt x="-401" y="19841"/>
                      <a:pt x="742" y="22000"/>
                    </a:cubicBezTo>
                    <a:cubicBezTo>
                      <a:pt x="1758" y="24159"/>
                      <a:pt x="2520" y="24413"/>
                      <a:pt x="3662" y="25302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C0812FA4-CFAF-067A-D401-9C9BCF199B8E}"/>
                  </a:ext>
                </a:extLst>
              </p:cNvPr>
              <p:cNvSpPr/>
              <p:nvPr/>
            </p:nvSpPr>
            <p:spPr>
              <a:xfrm>
                <a:off x="10919423" y="539100"/>
                <a:ext cx="159197" cy="53483"/>
              </a:xfrm>
              <a:custGeom>
                <a:avLst/>
                <a:gdLst>
                  <a:gd name="connsiteX0" fmla="*/ 159168 w 159197"/>
                  <a:gd name="connsiteY0" fmla="*/ 39864 h 53483"/>
                  <a:gd name="connsiteX1" fmla="*/ 153453 w 159197"/>
                  <a:gd name="connsiteY1" fmla="*/ 37197 h 53483"/>
                  <a:gd name="connsiteX2" fmla="*/ 146976 w 159197"/>
                  <a:gd name="connsiteY2" fmla="*/ 35038 h 53483"/>
                  <a:gd name="connsiteX3" fmla="*/ 115988 w 159197"/>
                  <a:gd name="connsiteY3" fmla="*/ 35546 h 53483"/>
                  <a:gd name="connsiteX4" fmla="*/ 74586 w 159197"/>
                  <a:gd name="connsiteY4" fmla="*/ 34276 h 53483"/>
                  <a:gd name="connsiteX5" fmla="*/ 77253 w 159197"/>
                  <a:gd name="connsiteY5" fmla="*/ 31863 h 53483"/>
                  <a:gd name="connsiteX6" fmla="*/ 83222 w 159197"/>
                  <a:gd name="connsiteY6" fmla="*/ 26529 h 53483"/>
                  <a:gd name="connsiteX7" fmla="*/ 83476 w 159197"/>
                  <a:gd name="connsiteY7" fmla="*/ 9511 h 53483"/>
                  <a:gd name="connsiteX8" fmla="*/ 74333 w 159197"/>
                  <a:gd name="connsiteY8" fmla="*/ 621 h 53483"/>
                  <a:gd name="connsiteX9" fmla="*/ 65950 w 159197"/>
                  <a:gd name="connsiteY9" fmla="*/ 5447 h 53483"/>
                  <a:gd name="connsiteX10" fmla="*/ 63284 w 159197"/>
                  <a:gd name="connsiteY10" fmla="*/ 10781 h 53483"/>
                  <a:gd name="connsiteX11" fmla="*/ 61886 w 159197"/>
                  <a:gd name="connsiteY11" fmla="*/ 21322 h 53483"/>
                  <a:gd name="connsiteX12" fmla="*/ 64046 w 159197"/>
                  <a:gd name="connsiteY12" fmla="*/ 30466 h 53483"/>
                  <a:gd name="connsiteX13" fmla="*/ 64934 w 159197"/>
                  <a:gd name="connsiteY13" fmla="*/ 34276 h 53483"/>
                  <a:gd name="connsiteX14" fmla="*/ 24421 w 159197"/>
                  <a:gd name="connsiteY14" fmla="*/ 36943 h 53483"/>
                  <a:gd name="connsiteX15" fmla="*/ 15785 w 159197"/>
                  <a:gd name="connsiteY15" fmla="*/ 37197 h 53483"/>
                  <a:gd name="connsiteX16" fmla="*/ 6134 w 159197"/>
                  <a:gd name="connsiteY16" fmla="*/ 35038 h 53483"/>
                  <a:gd name="connsiteX17" fmla="*/ 2323 w 159197"/>
                  <a:gd name="connsiteY17" fmla="*/ 39102 h 53483"/>
                  <a:gd name="connsiteX18" fmla="*/ 926 w 159197"/>
                  <a:gd name="connsiteY18" fmla="*/ 43420 h 53483"/>
                  <a:gd name="connsiteX19" fmla="*/ 2323 w 159197"/>
                  <a:gd name="connsiteY19" fmla="*/ 49389 h 53483"/>
                  <a:gd name="connsiteX20" fmla="*/ 10705 w 159197"/>
                  <a:gd name="connsiteY20" fmla="*/ 52310 h 53483"/>
                  <a:gd name="connsiteX21" fmla="*/ 19341 w 159197"/>
                  <a:gd name="connsiteY21" fmla="*/ 53453 h 53483"/>
                  <a:gd name="connsiteX22" fmla="*/ 34454 w 159197"/>
                  <a:gd name="connsiteY22" fmla="*/ 50405 h 53483"/>
                  <a:gd name="connsiteX23" fmla="*/ 93128 w 159197"/>
                  <a:gd name="connsiteY23" fmla="*/ 47103 h 53483"/>
                  <a:gd name="connsiteX24" fmla="*/ 145325 w 159197"/>
                  <a:gd name="connsiteY24" fmla="*/ 49897 h 53483"/>
                  <a:gd name="connsiteX25" fmla="*/ 154977 w 159197"/>
                  <a:gd name="connsiteY25" fmla="*/ 47738 h 53483"/>
                  <a:gd name="connsiteX26" fmla="*/ 159168 w 159197"/>
                  <a:gd name="connsiteY26" fmla="*/ 39864 h 53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159197" h="53483">
                    <a:moveTo>
                      <a:pt x="159168" y="39864"/>
                    </a:moveTo>
                    <a:cubicBezTo>
                      <a:pt x="158914" y="38213"/>
                      <a:pt x="156121" y="37705"/>
                      <a:pt x="153453" y="37197"/>
                    </a:cubicBezTo>
                    <a:cubicBezTo>
                      <a:pt x="150786" y="36689"/>
                      <a:pt x="149643" y="35546"/>
                      <a:pt x="146976" y="35038"/>
                    </a:cubicBezTo>
                    <a:cubicBezTo>
                      <a:pt x="144309" y="34530"/>
                      <a:pt x="121703" y="35546"/>
                      <a:pt x="115988" y="35546"/>
                    </a:cubicBezTo>
                    <a:cubicBezTo>
                      <a:pt x="112686" y="35546"/>
                      <a:pt x="95922" y="34276"/>
                      <a:pt x="74586" y="34276"/>
                    </a:cubicBezTo>
                    <a:cubicBezTo>
                      <a:pt x="75475" y="33641"/>
                      <a:pt x="76364" y="32879"/>
                      <a:pt x="77253" y="31863"/>
                    </a:cubicBezTo>
                    <a:cubicBezTo>
                      <a:pt x="80047" y="28307"/>
                      <a:pt x="82079" y="27291"/>
                      <a:pt x="83222" y="26529"/>
                    </a:cubicBezTo>
                    <a:cubicBezTo>
                      <a:pt x="84238" y="25767"/>
                      <a:pt x="86905" y="13448"/>
                      <a:pt x="83476" y="9511"/>
                    </a:cubicBezTo>
                    <a:cubicBezTo>
                      <a:pt x="79412" y="4939"/>
                      <a:pt x="75856" y="1383"/>
                      <a:pt x="74333" y="621"/>
                    </a:cubicBezTo>
                    <a:cubicBezTo>
                      <a:pt x="71158" y="-1030"/>
                      <a:pt x="66459" y="621"/>
                      <a:pt x="65950" y="5447"/>
                    </a:cubicBezTo>
                    <a:cubicBezTo>
                      <a:pt x="65696" y="7860"/>
                      <a:pt x="63791" y="10019"/>
                      <a:pt x="63284" y="10781"/>
                    </a:cubicBezTo>
                    <a:cubicBezTo>
                      <a:pt x="63284" y="10781"/>
                      <a:pt x="60616" y="16115"/>
                      <a:pt x="61886" y="21322"/>
                    </a:cubicBezTo>
                    <a:cubicBezTo>
                      <a:pt x="63284" y="26402"/>
                      <a:pt x="63791" y="28307"/>
                      <a:pt x="64046" y="30466"/>
                    </a:cubicBezTo>
                    <a:cubicBezTo>
                      <a:pt x="64172" y="31609"/>
                      <a:pt x="64553" y="33133"/>
                      <a:pt x="64934" y="34276"/>
                    </a:cubicBezTo>
                    <a:cubicBezTo>
                      <a:pt x="51980" y="34530"/>
                      <a:pt x="37884" y="35165"/>
                      <a:pt x="24421" y="36943"/>
                    </a:cubicBezTo>
                    <a:cubicBezTo>
                      <a:pt x="24421" y="36943"/>
                      <a:pt x="19341" y="37959"/>
                      <a:pt x="15785" y="37197"/>
                    </a:cubicBezTo>
                    <a:cubicBezTo>
                      <a:pt x="12356" y="36435"/>
                      <a:pt x="10959" y="32752"/>
                      <a:pt x="6134" y="35038"/>
                    </a:cubicBezTo>
                    <a:cubicBezTo>
                      <a:pt x="6134" y="35038"/>
                      <a:pt x="3974" y="36943"/>
                      <a:pt x="2323" y="39102"/>
                    </a:cubicBezTo>
                    <a:cubicBezTo>
                      <a:pt x="672" y="41261"/>
                      <a:pt x="1561" y="42404"/>
                      <a:pt x="926" y="43420"/>
                    </a:cubicBezTo>
                    <a:cubicBezTo>
                      <a:pt x="418" y="44563"/>
                      <a:pt x="-1487" y="47738"/>
                      <a:pt x="2323" y="49389"/>
                    </a:cubicBezTo>
                    <a:cubicBezTo>
                      <a:pt x="6134" y="51040"/>
                      <a:pt x="8292" y="52310"/>
                      <a:pt x="10705" y="52310"/>
                    </a:cubicBezTo>
                    <a:cubicBezTo>
                      <a:pt x="13118" y="52310"/>
                      <a:pt x="16421" y="53707"/>
                      <a:pt x="19341" y="53453"/>
                    </a:cubicBezTo>
                    <a:cubicBezTo>
                      <a:pt x="22262" y="53199"/>
                      <a:pt x="29628" y="50913"/>
                      <a:pt x="34454" y="50405"/>
                    </a:cubicBezTo>
                    <a:cubicBezTo>
                      <a:pt x="39280" y="49897"/>
                      <a:pt x="83730" y="46595"/>
                      <a:pt x="93128" y="47103"/>
                    </a:cubicBezTo>
                    <a:cubicBezTo>
                      <a:pt x="102526" y="47611"/>
                      <a:pt x="139229" y="48754"/>
                      <a:pt x="145325" y="49897"/>
                    </a:cubicBezTo>
                    <a:cubicBezTo>
                      <a:pt x="151548" y="51040"/>
                      <a:pt x="152056" y="49643"/>
                      <a:pt x="154977" y="47738"/>
                    </a:cubicBezTo>
                    <a:cubicBezTo>
                      <a:pt x="158025" y="45833"/>
                      <a:pt x="159422" y="41515"/>
                      <a:pt x="159168" y="39864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24" name="그래픽 4">
              <a:extLst>
                <a:ext uri="{FF2B5EF4-FFF2-40B4-BE49-F238E27FC236}">
                  <a16:creationId xmlns:a16="http://schemas.microsoft.com/office/drawing/2014/main" id="{0BEACDC2-05A3-A822-D4BB-CF0A4D6BBD06}"/>
                </a:ext>
              </a:extLst>
            </p:cNvPr>
            <p:cNvGrpSpPr/>
            <p:nvPr/>
          </p:nvGrpSpPr>
          <p:grpSpPr>
            <a:xfrm>
              <a:off x="10293985" y="645640"/>
              <a:ext cx="911859" cy="77469"/>
              <a:chOff x="10293985" y="645640"/>
              <a:chExt cx="911859" cy="77469"/>
            </a:xfrm>
            <a:solidFill>
              <a:srgbClr val="231F20"/>
            </a:solidFill>
          </p:grpSpPr>
          <p:sp>
            <p:nvSpPr>
              <p:cNvPr id="25" name="자유형: 도형 24">
                <a:extLst>
                  <a:ext uri="{FF2B5EF4-FFF2-40B4-BE49-F238E27FC236}">
                    <a16:creationId xmlns:a16="http://schemas.microsoft.com/office/drawing/2014/main" id="{4CD58918-6486-46A8-6300-FE9C2C40AD9E}"/>
                  </a:ext>
                </a:extLst>
              </p:cNvPr>
              <p:cNvSpPr/>
              <p:nvPr/>
            </p:nvSpPr>
            <p:spPr>
              <a:xfrm>
                <a:off x="10293985" y="645640"/>
                <a:ext cx="49276" cy="77469"/>
              </a:xfrm>
              <a:custGeom>
                <a:avLst/>
                <a:gdLst>
                  <a:gd name="connsiteX0" fmla="*/ 34417 w 49276"/>
                  <a:gd name="connsiteY0" fmla="*/ 60198 h 77469"/>
                  <a:gd name="connsiteX1" fmla="*/ 23368 w 49276"/>
                  <a:gd name="connsiteY1" fmla="*/ 46101 h 77469"/>
                  <a:gd name="connsiteX2" fmla="*/ 21717 w 49276"/>
                  <a:gd name="connsiteY2" fmla="*/ 45339 h 77469"/>
                  <a:gd name="connsiteX3" fmla="*/ 2794 w 49276"/>
                  <a:gd name="connsiteY3" fmla="*/ 23114 h 77469"/>
                  <a:gd name="connsiteX4" fmla="*/ 28448 w 49276"/>
                  <a:gd name="connsiteY4" fmla="*/ 0 h 77469"/>
                  <a:gd name="connsiteX5" fmla="*/ 38354 w 49276"/>
                  <a:gd name="connsiteY5" fmla="*/ 1397 h 77469"/>
                  <a:gd name="connsiteX6" fmla="*/ 39624 w 49276"/>
                  <a:gd name="connsiteY6" fmla="*/ 1778 h 77469"/>
                  <a:gd name="connsiteX7" fmla="*/ 43942 w 49276"/>
                  <a:gd name="connsiteY7" fmla="*/ 3048 h 77469"/>
                  <a:gd name="connsiteX8" fmla="*/ 43942 w 49276"/>
                  <a:gd name="connsiteY8" fmla="*/ 3175 h 77469"/>
                  <a:gd name="connsiteX9" fmla="*/ 46101 w 49276"/>
                  <a:gd name="connsiteY9" fmla="*/ 20701 h 77469"/>
                  <a:gd name="connsiteX10" fmla="*/ 41656 w 49276"/>
                  <a:gd name="connsiteY10" fmla="*/ 21082 h 77469"/>
                  <a:gd name="connsiteX11" fmla="*/ 26924 w 49276"/>
                  <a:gd name="connsiteY11" fmla="*/ 5334 h 77469"/>
                  <a:gd name="connsiteX12" fmla="*/ 17018 w 49276"/>
                  <a:gd name="connsiteY12" fmla="*/ 15748 h 77469"/>
                  <a:gd name="connsiteX13" fmla="*/ 28448 w 49276"/>
                  <a:gd name="connsiteY13" fmla="*/ 28448 h 77469"/>
                  <a:gd name="connsiteX14" fmla="*/ 30861 w 49276"/>
                  <a:gd name="connsiteY14" fmla="*/ 29591 h 77469"/>
                  <a:gd name="connsiteX15" fmla="*/ 49276 w 49276"/>
                  <a:gd name="connsiteY15" fmla="*/ 53340 h 77469"/>
                  <a:gd name="connsiteX16" fmla="*/ 21972 w 49276"/>
                  <a:gd name="connsiteY16" fmla="*/ 77470 h 77469"/>
                  <a:gd name="connsiteX17" fmla="*/ 10287 w 49276"/>
                  <a:gd name="connsiteY17" fmla="*/ 75565 h 77469"/>
                  <a:gd name="connsiteX18" fmla="*/ 3429 w 49276"/>
                  <a:gd name="connsiteY18" fmla="*/ 72898 h 77469"/>
                  <a:gd name="connsiteX19" fmla="*/ 3429 w 49276"/>
                  <a:gd name="connsiteY19" fmla="*/ 72898 h 77469"/>
                  <a:gd name="connsiteX20" fmla="*/ 2032 w 49276"/>
                  <a:gd name="connsiteY20" fmla="*/ 65024 h 77469"/>
                  <a:gd name="connsiteX21" fmla="*/ 0 w 49276"/>
                  <a:gd name="connsiteY21" fmla="*/ 54102 h 77469"/>
                  <a:gd name="connsiteX22" fmla="*/ 4191 w 49276"/>
                  <a:gd name="connsiteY22" fmla="*/ 53086 h 77469"/>
                  <a:gd name="connsiteX23" fmla="*/ 23749 w 49276"/>
                  <a:gd name="connsiteY23" fmla="*/ 72390 h 77469"/>
                  <a:gd name="connsiteX24" fmla="*/ 34417 w 49276"/>
                  <a:gd name="connsiteY24" fmla="*/ 60198 h 774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49276" h="77469">
                    <a:moveTo>
                      <a:pt x="34417" y="60198"/>
                    </a:moveTo>
                    <a:cubicBezTo>
                      <a:pt x="34417" y="53848"/>
                      <a:pt x="30988" y="49530"/>
                      <a:pt x="23368" y="46101"/>
                    </a:cubicBezTo>
                    <a:lnTo>
                      <a:pt x="21717" y="45339"/>
                    </a:lnTo>
                    <a:cubicBezTo>
                      <a:pt x="12447" y="41021"/>
                      <a:pt x="2794" y="34925"/>
                      <a:pt x="2794" y="23114"/>
                    </a:cubicBezTo>
                    <a:cubicBezTo>
                      <a:pt x="2794" y="9017"/>
                      <a:pt x="12827" y="0"/>
                      <a:pt x="28448" y="0"/>
                    </a:cubicBezTo>
                    <a:cubicBezTo>
                      <a:pt x="31877" y="0"/>
                      <a:pt x="35306" y="508"/>
                      <a:pt x="38354" y="1397"/>
                    </a:cubicBezTo>
                    <a:lnTo>
                      <a:pt x="39624" y="1778"/>
                    </a:lnTo>
                    <a:lnTo>
                      <a:pt x="43942" y="3048"/>
                    </a:lnTo>
                    <a:cubicBezTo>
                      <a:pt x="43942" y="3048"/>
                      <a:pt x="43942" y="3048"/>
                      <a:pt x="43942" y="3175"/>
                    </a:cubicBezTo>
                    <a:cubicBezTo>
                      <a:pt x="43942" y="4445"/>
                      <a:pt x="46101" y="20701"/>
                      <a:pt x="46101" y="20701"/>
                    </a:cubicBezTo>
                    <a:lnTo>
                      <a:pt x="41656" y="21082"/>
                    </a:lnTo>
                    <a:cubicBezTo>
                      <a:pt x="39751" y="13843"/>
                      <a:pt x="35814" y="5334"/>
                      <a:pt x="26924" y="5334"/>
                    </a:cubicBezTo>
                    <a:cubicBezTo>
                      <a:pt x="21336" y="5334"/>
                      <a:pt x="17018" y="9779"/>
                      <a:pt x="17018" y="15748"/>
                    </a:cubicBezTo>
                    <a:cubicBezTo>
                      <a:pt x="17018" y="21082"/>
                      <a:pt x="20320" y="24765"/>
                      <a:pt x="28448" y="28448"/>
                    </a:cubicBezTo>
                    <a:lnTo>
                      <a:pt x="30861" y="29591"/>
                    </a:lnTo>
                    <a:cubicBezTo>
                      <a:pt x="41910" y="34798"/>
                      <a:pt x="49276" y="40767"/>
                      <a:pt x="49276" y="53340"/>
                    </a:cubicBezTo>
                    <a:cubicBezTo>
                      <a:pt x="49276" y="67691"/>
                      <a:pt x="38354" y="77470"/>
                      <a:pt x="21972" y="77470"/>
                    </a:cubicBezTo>
                    <a:cubicBezTo>
                      <a:pt x="17399" y="77470"/>
                      <a:pt x="12954" y="76454"/>
                      <a:pt x="10287" y="75565"/>
                    </a:cubicBezTo>
                    <a:cubicBezTo>
                      <a:pt x="10287" y="75565"/>
                      <a:pt x="3556" y="72898"/>
                      <a:pt x="3429" y="72898"/>
                    </a:cubicBezTo>
                    <a:cubicBezTo>
                      <a:pt x="3429" y="72898"/>
                      <a:pt x="3429" y="72898"/>
                      <a:pt x="3429" y="72898"/>
                    </a:cubicBezTo>
                    <a:cubicBezTo>
                      <a:pt x="3429" y="72263"/>
                      <a:pt x="2032" y="65024"/>
                      <a:pt x="2032" y="65024"/>
                    </a:cubicBezTo>
                    <a:lnTo>
                      <a:pt x="0" y="54102"/>
                    </a:lnTo>
                    <a:cubicBezTo>
                      <a:pt x="0" y="54102"/>
                      <a:pt x="3302" y="53340"/>
                      <a:pt x="4191" y="53086"/>
                    </a:cubicBezTo>
                    <a:cubicBezTo>
                      <a:pt x="5461" y="56896"/>
                      <a:pt x="11811" y="72390"/>
                      <a:pt x="23749" y="72390"/>
                    </a:cubicBezTo>
                    <a:cubicBezTo>
                      <a:pt x="30226" y="72009"/>
                      <a:pt x="34417" y="67310"/>
                      <a:pt x="34417" y="60198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553C5587-8D53-AC00-6787-AF0C8EF9D89C}"/>
                  </a:ext>
                </a:extLst>
              </p:cNvPr>
              <p:cNvSpPr/>
              <p:nvPr/>
            </p:nvSpPr>
            <p:spPr>
              <a:xfrm>
                <a:off x="10348849" y="659102"/>
                <a:ext cx="59309" cy="63372"/>
              </a:xfrm>
              <a:custGeom>
                <a:avLst/>
                <a:gdLst>
                  <a:gd name="connsiteX0" fmla="*/ 30734 w 59309"/>
                  <a:gd name="connsiteY0" fmla="*/ 0 h 63372"/>
                  <a:gd name="connsiteX1" fmla="*/ 0 w 59309"/>
                  <a:gd name="connsiteY1" fmla="*/ 32512 h 63372"/>
                  <a:gd name="connsiteX2" fmla="*/ 29464 w 59309"/>
                  <a:gd name="connsiteY2" fmla="*/ 63373 h 63372"/>
                  <a:gd name="connsiteX3" fmla="*/ 59309 w 59309"/>
                  <a:gd name="connsiteY3" fmla="*/ 30861 h 63372"/>
                  <a:gd name="connsiteX4" fmla="*/ 30734 w 59309"/>
                  <a:gd name="connsiteY4" fmla="*/ 0 h 63372"/>
                  <a:gd name="connsiteX5" fmla="*/ 31242 w 59309"/>
                  <a:gd name="connsiteY5" fmla="*/ 59182 h 63372"/>
                  <a:gd name="connsiteX6" fmla="*/ 16002 w 59309"/>
                  <a:gd name="connsiteY6" fmla="*/ 29337 h 63372"/>
                  <a:gd name="connsiteX7" fmla="*/ 28956 w 59309"/>
                  <a:gd name="connsiteY7" fmla="*/ 4191 h 63372"/>
                  <a:gd name="connsiteX8" fmla="*/ 43434 w 59309"/>
                  <a:gd name="connsiteY8" fmla="*/ 33909 h 63372"/>
                  <a:gd name="connsiteX9" fmla="*/ 31242 w 59309"/>
                  <a:gd name="connsiteY9" fmla="*/ 59182 h 633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9309" h="63372">
                    <a:moveTo>
                      <a:pt x="30734" y="0"/>
                    </a:moveTo>
                    <a:cubicBezTo>
                      <a:pt x="10541" y="0"/>
                      <a:pt x="0" y="16383"/>
                      <a:pt x="0" y="32512"/>
                    </a:cubicBezTo>
                    <a:cubicBezTo>
                      <a:pt x="0" y="50419"/>
                      <a:pt x="12319" y="63373"/>
                      <a:pt x="29464" y="63373"/>
                    </a:cubicBezTo>
                    <a:cubicBezTo>
                      <a:pt x="47117" y="63373"/>
                      <a:pt x="59309" y="50038"/>
                      <a:pt x="59309" y="30861"/>
                    </a:cubicBezTo>
                    <a:cubicBezTo>
                      <a:pt x="59436" y="13081"/>
                      <a:pt x="47371" y="0"/>
                      <a:pt x="30734" y="0"/>
                    </a:cubicBezTo>
                    <a:close/>
                    <a:moveTo>
                      <a:pt x="31242" y="59182"/>
                    </a:moveTo>
                    <a:cubicBezTo>
                      <a:pt x="22352" y="59182"/>
                      <a:pt x="16002" y="46863"/>
                      <a:pt x="16002" y="29337"/>
                    </a:cubicBezTo>
                    <a:cubicBezTo>
                      <a:pt x="16002" y="14097"/>
                      <a:pt x="21082" y="4191"/>
                      <a:pt x="28956" y="4191"/>
                    </a:cubicBezTo>
                    <a:cubicBezTo>
                      <a:pt x="36195" y="4191"/>
                      <a:pt x="43434" y="13462"/>
                      <a:pt x="43434" y="33909"/>
                    </a:cubicBezTo>
                    <a:cubicBezTo>
                      <a:pt x="43434" y="50800"/>
                      <a:pt x="39370" y="59182"/>
                      <a:pt x="31242" y="59182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id="{B056C3DF-0766-25F9-4B97-EA89FCD2FD54}"/>
                  </a:ext>
                </a:extLst>
              </p:cNvPr>
              <p:cNvSpPr/>
              <p:nvPr/>
            </p:nvSpPr>
            <p:spPr>
              <a:xfrm>
                <a:off x="10415144" y="659102"/>
                <a:ext cx="58419" cy="63247"/>
              </a:xfrm>
              <a:custGeom>
                <a:avLst/>
                <a:gdLst>
                  <a:gd name="connsiteX0" fmla="*/ 0 w 58419"/>
                  <a:gd name="connsiteY0" fmla="*/ 32385 h 63247"/>
                  <a:gd name="connsiteX1" fmla="*/ 35051 w 58419"/>
                  <a:gd name="connsiteY1" fmla="*/ 0 h 63247"/>
                  <a:gd name="connsiteX2" fmla="*/ 52070 w 58419"/>
                  <a:gd name="connsiteY2" fmla="*/ 2413 h 63247"/>
                  <a:gd name="connsiteX3" fmla="*/ 53213 w 58419"/>
                  <a:gd name="connsiteY3" fmla="*/ 18796 h 63247"/>
                  <a:gd name="connsiteX4" fmla="*/ 49911 w 58419"/>
                  <a:gd name="connsiteY4" fmla="*/ 19050 h 63247"/>
                  <a:gd name="connsiteX5" fmla="*/ 33782 w 58419"/>
                  <a:gd name="connsiteY5" fmla="*/ 4064 h 63247"/>
                  <a:gd name="connsiteX6" fmla="*/ 16001 w 58419"/>
                  <a:gd name="connsiteY6" fmla="*/ 30480 h 63247"/>
                  <a:gd name="connsiteX7" fmla="*/ 34671 w 58419"/>
                  <a:gd name="connsiteY7" fmla="*/ 59182 h 63247"/>
                  <a:gd name="connsiteX8" fmla="*/ 38735 w 58419"/>
                  <a:gd name="connsiteY8" fmla="*/ 53594 h 63247"/>
                  <a:gd name="connsiteX9" fmla="*/ 38735 w 58419"/>
                  <a:gd name="connsiteY9" fmla="*/ 44577 h 63247"/>
                  <a:gd name="connsiteX10" fmla="*/ 28828 w 58419"/>
                  <a:gd name="connsiteY10" fmla="*/ 36449 h 63247"/>
                  <a:gd name="connsiteX11" fmla="*/ 28828 w 58419"/>
                  <a:gd name="connsiteY11" fmla="*/ 32766 h 63247"/>
                  <a:gd name="connsiteX12" fmla="*/ 58420 w 58419"/>
                  <a:gd name="connsiteY12" fmla="*/ 32766 h 63247"/>
                  <a:gd name="connsiteX13" fmla="*/ 58420 w 58419"/>
                  <a:gd name="connsiteY13" fmla="*/ 36830 h 63247"/>
                  <a:gd name="connsiteX14" fmla="*/ 53213 w 58419"/>
                  <a:gd name="connsiteY14" fmla="*/ 44577 h 63247"/>
                  <a:gd name="connsiteX15" fmla="*/ 53213 w 58419"/>
                  <a:gd name="connsiteY15" fmla="*/ 51308 h 63247"/>
                  <a:gd name="connsiteX16" fmla="*/ 53721 w 58419"/>
                  <a:gd name="connsiteY16" fmla="*/ 59944 h 63247"/>
                  <a:gd name="connsiteX17" fmla="*/ 33909 w 58419"/>
                  <a:gd name="connsiteY17" fmla="*/ 63246 h 63247"/>
                  <a:gd name="connsiteX18" fmla="*/ 0 w 58419"/>
                  <a:gd name="connsiteY18" fmla="*/ 32385 h 63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419" h="63247">
                    <a:moveTo>
                      <a:pt x="0" y="32385"/>
                    </a:moveTo>
                    <a:cubicBezTo>
                      <a:pt x="0" y="10033"/>
                      <a:pt x="17525" y="0"/>
                      <a:pt x="35051" y="0"/>
                    </a:cubicBezTo>
                    <a:cubicBezTo>
                      <a:pt x="42418" y="0"/>
                      <a:pt x="49911" y="1905"/>
                      <a:pt x="52070" y="2413"/>
                    </a:cubicBezTo>
                    <a:cubicBezTo>
                      <a:pt x="52070" y="2413"/>
                      <a:pt x="53213" y="18796"/>
                      <a:pt x="53213" y="18796"/>
                    </a:cubicBezTo>
                    <a:cubicBezTo>
                      <a:pt x="53213" y="18796"/>
                      <a:pt x="50419" y="19050"/>
                      <a:pt x="49911" y="19050"/>
                    </a:cubicBezTo>
                    <a:cubicBezTo>
                      <a:pt x="47117" y="6731"/>
                      <a:pt x="39624" y="4064"/>
                      <a:pt x="33782" y="4064"/>
                    </a:cubicBezTo>
                    <a:cubicBezTo>
                      <a:pt x="23495" y="4064"/>
                      <a:pt x="16001" y="15113"/>
                      <a:pt x="16001" y="30480"/>
                    </a:cubicBezTo>
                    <a:cubicBezTo>
                      <a:pt x="16001" y="44704"/>
                      <a:pt x="21717" y="59182"/>
                      <a:pt x="34671" y="59182"/>
                    </a:cubicBezTo>
                    <a:cubicBezTo>
                      <a:pt x="37211" y="59182"/>
                      <a:pt x="38735" y="58293"/>
                      <a:pt x="38735" y="53594"/>
                    </a:cubicBezTo>
                    <a:lnTo>
                      <a:pt x="38735" y="44577"/>
                    </a:lnTo>
                    <a:cubicBezTo>
                      <a:pt x="38735" y="37846"/>
                      <a:pt x="38100" y="37211"/>
                      <a:pt x="28828" y="36449"/>
                    </a:cubicBezTo>
                    <a:lnTo>
                      <a:pt x="28828" y="32766"/>
                    </a:lnTo>
                    <a:lnTo>
                      <a:pt x="58420" y="32766"/>
                    </a:lnTo>
                    <a:lnTo>
                      <a:pt x="58420" y="36830"/>
                    </a:lnTo>
                    <a:cubicBezTo>
                      <a:pt x="53848" y="37338"/>
                      <a:pt x="53213" y="37973"/>
                      <a:pt x="53213" y="44577"/>
                    </a:cubicBezTo>
                    <a:lnTo>
                      <a:pt x="53213" y="51308"/>
                    </a:lnTo>
                    <a:lnTo>
                      <a:pt x="53721" y="59944"/>
                    </a:lnTo>
                    <a:cubicBezTo>
                      <a:pt x="47878" y="61214"/>
                      <a:pt x="41021" y="63246"/>
                      <a:pt x="33909" y="63246"/>
                    </a:cubicBezTo>
                    <a:cubicBezTo>
                      <a:pt x="12953" y="63373"/>
                      <a:pt x="0" y="51562"/>
                      <a:pt x="0" y="32385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4D15C0E3-31D1-9414-7F55-BBE0901C809D}"/>
                  </a:ext>
                </a:extLst>
              </p:cNvPr>
              <p:cNvSpPr/>
              <p:nvPr/>
            </p:nvSpPr>
            <p:spPr>
              <a:xfrm>
                <a:off x="10597769" y="659102"/>
                <a:ext cx="58420" cy="63247"/>
              </a:xfrm>
              <a:custGeom>
                <a:avLst/>
                <a:gdLst>
                  <a:gd name="connsiteX0" fmla="*/ 0 w 58420"/>
                  <a:gd name="connsiteY0" fmla="*/ 32385 h 63247"/>
                  <a:gd name="connsiteX1" fmla="*/ 35052 w 58420"/>
                  <a:gd name="connsiteY1" fmla="*/ 0 h 63247"/>
                  <a:gd name="connsiteX2" fmla="*/ 52070 w 58420"/>
                  <a:gd name="connsiteY2" fmla="*/ 2413 h 63247"/>
                  <a:gd name="connsiteX3" fmla="*/ 53213 w 58420"/>
                  <a:gd name="connsiteY3" fmla="*/ 18796 h 63247"/>
                  <a:gd name="connsiteX4" fmla="*/ 49912 w 58420"/>
                  <a:gd name="connsiteY4" fmla="*/ 19050 h 63247"/>
                  <a:gd name="connsiteX5" fmla="*/ 33782 w 58420"/>
                  <a:gd name="connsiteY5" fmla="*/ 4064 h 63247"/>
                  <a:gd name="connsiteX6" fmla="*/ 16002 w 58420"/>
                  <a:gd name="connsiteY6" fmla="*/ 30480 h 63247"/>
                  <a:gd name="connsiteX7" fmla="*/ 34672 w 58420"/>
                  <a:gd name="connsiteY7" fmla="*/ 59182 h 63247"/>
                  <a:gd name="connsiteX8" fmla="*/ 38736 w 58420"/>
                  <a:gd name="connsiteY8" fmla="*/ 53594 h 63247"/>
                  <a:gd name="connsiteX9" fmla="*/ 38736 w 58420"/>
                  <a:gd name="connsiteY9" fmla="*/ 44577 h 63247"/>
                  <a:gd name="connsiteX10" fmla="*/ 28829 w 58420"/>
                  <a:gd name="connsiteY10" fmla="*/ 36449 h 63247"/>
                  <a:gd name="connsiteX11" fmla="*/ 28829 w 58420"/>
                  <a:gd name="connsiteY11" fmla="*/ 32766 h 63247"/>
                  <a:gd name="connsiteX12" fmla="*/ 58420 w 58420"/>
                  <a:gd name="connsiteY12" fmla="*/ 32766 h 63247"/>
                  <a:gd name="connsiteX13" fmla="*/ 58420 w 58420"/>
                  <a:gd name="connsiteY13" fmla="*/ 36830 h 63247"/>
                  <a:gd name="connsiteX14" fmla="*/ 53213 w 58420"/>
                  <a:gd name="connsiteY14" fmla="*/ 44577 h 63247"/>
                  <a:gd name="connsiteX15" fmla="*/ 53213 w 58420"/>
                  <a:gd name="connsiteY15" fmla="*/ 51308 h 63247"/>
                  <a:gd name="connsiteX16" fmla="*/ 53722 w 58420"/>
                  <a:gd name="connsiteY16" fmla="*/ 59944 h 63247"/>
                  <a:gd name="connsiteX17" fmla="*/ 33910 w 58420"/>
                  <a:gd name="connsiteY17" fmla="*/ 63246 h 63247"/>
                  <a:gd name="connsiteX18" fmla="*/ 0 w 58420"/>
                  <a:gd name="connsiteY18" fmla="*/ 32385 h 632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58420" h="63247">
                    <a:moveTo>
                      <a:pt x="0" y="32385"/>
                    </a:moveTo>
                    <a:cubicBezTo>
                      <a:pt x="0" y="10033"/>
                      <a:pt x="17526" y="0"/>
                      <a:pt x="35052" y="0"/>
                    </a:cubicBezTo>
                    <a:cubicBezTo>
                      <a:pt x="42418" y="0"/>
                      <a:pt x="49912" y="1905"/>
                      <a:pt x="52070" y="2413"/>
                    </a:cubicBezTo>
                    <a:cubicBezTo>
                      <a:pt x="52070" y="2413"/>
                      <a:pt x="53213" y="18796"/>
                      <a:pt x="53213" y="18796"/>
                    </a:cubicBezTo>
                    <a:cubicBezTo>
                      <a:pt x="53213" y="18796"/>
                      <a:pt x="50419" y="19050"/>
                      <a:pt x="49912" y="19050"/>
                    </a:cubicBezTo>
                    <a:cubicBezTo>
                      <a:pt x="47117" y="6731"/>
                      <a:pt x="39625" y="4064"/>
                      <a:pt x="33782" y="4064"/>
                    </a:cubicBezTo>
                    <a:cubicBezTo>
                      <a:pt x="23495" y="4064"/>
                      <a:pt x="16002" y="15113"/>
                      <a:pt x="16002" y="30480"/>
                    </a:cubicBezTo>
                    <a:cubicBezTo>
                      <a:pt x="16002" y="44704"/>
                      <a:pt x="21717" y="59182"/>
                      <a:pt x="34672" y="59182"/>
                    </a:cubicBezTo>
                    <a:cubicBezTo>
                      <a:pt x="37212" y="59182"/>
                      <a:pt x="38736" y="58293"/>
                      <a:pt x="38736" y="53594"/>
                    </a:cubicBezTo>
                    <a:lnTo>
                      <a:pt x="38736" y="44577"/>
                    </a:lnTo>
                    <a:cubicBezTo>
                      <a:pt x="38736" y="37846"/>
                      <a:pt x="38100" y="37211"/>
                      <a:pt x="28829" y="36449"/>
                    </a:cubicBezTo>
                    <a:lnTo>
                      <a:pt x="28829" y="32766"/>
                    </a:lnTo>
                    <a:lnTo>
                      <a:pt x="58420" y="32766"/>
                    </a:lnTo>
                    <a:lnTo>
                      <a:pt x="58420" y="36830"/>
                    </a:lnTo>
                    <a:cubicBezTo>
                      <a:pt x="53849" y="37338"/>
                      <a:pt x="53213" y="37973"/>
                      <a:pt x="53213" y="44577"/>
                    </a:cubicBezTo>
                    <a:lnTo>
                      <a:pt x="53213" y="51308"/>
                    </a:lnTo>
                    <a:lnTo>
                      <a:pt x="53722" y="59944"/>
                    </a:lnTo>
                    <a:cubicBezTo>
                      <a:pt x="47879" y="61214"/>
                      <a:pt x="41022" y="63246"/>
                      <a:pt x="33910" y="63246"/>
                    </a:cubicBezTo>
                    <a:cubicBezTo>
                      <a:pt x="12954" y="63373"/>
                      <a:pt x="0" y="51562"/>
                      <a:pt x="0" y="32385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29" name="자유형: 도형 28">
                <a:extLst>
                  <a:ext uri="{FF2B5EF4-FFF2-40B4-BE49-F238E27FC236}">
                    <a16:creationId xmlns:a16="http://schemas.microsoft.com/office/drawing/2014/main" id="{6496ECBC-08C6-640B-EE38-1654051F9234}"/>
                  </a:ext>
                </a:extLst>
              </p:cNvPr>
              <p:cNvSpPr/>
              <p:nvPr/>
            </p:nvSpPr>
            <p:spPr>
              <a:xfrm>
                <a:off x="10473564" y="659102"/>
                <a:ext cx="58546" cy="62484"/>
              </a:xfrm>
              <a:custGeom>
                <a:avLst/>
                <a:gdLst>
                  <a:gd name="connsiteX0" fmla="*/ 49530 w 58546"/>
                  <a:gd name="connsiteY0" fmla="*/ 49530 h 62484"/>
                  <a:gd name="connsiteX1" fmla="*/ 38481 w 58546"/>
                  <a:gd name="connsiteY1" fmla="*/ 17526 h 62484"/>
                  <a:gd name="connsiteX2" fmla="*/ 32766 w 58546"/>
                  <a:gd name="connsiteY2" fmla="*/ 0 h 62484"/>
                  <a:gd name="connsiteX3" fmla="*/ 32766 w 58546"/>
                  <a:gd name="connsiteY3" fmla="*/ 0 h 62484"/>
                  <a:gd name="connsiteX4" fmla="*/ 26924 w 58546"/>
                  <a:gd name="connsiteY4" fmla="*/ 1143 h 62484"/>
                  <a:gd name="connsiteX5" fmla="*/ 9017 w 58546"/>
                  <a:gd name="connsiteY5" fmla="*/ 49911 h 62484"/>
                  <a:gd name="connsiteX6" fmla="*/ 0 w 58546"/>
                  <a:gd name="connsiteY6" fmla="*/ 58801 h 62484"/>
                  <a:gd name="connsiteX7" fmla="*/ 0 w 58546"/>
                  <a:gd name="connsiteY7" fmla="*/ 62484 h 62484"/>
                  <a:gd name="connsiteX8" fmla="*/ 20447 w 58546"/>
                  <a:gd name="connsiteY8" fmla="*/ 62484 h 62484"/>
                  <a:gd name="connsiteX9" fmla="*/ 20447 w 58546"/>
                  <a:gd name="connsiteY9" fmla="*/ 59182 h 62484"/>
                  <a:gd name="connsiteX10" fmla="*/ 18034 w 58546"/>
                  <a:gd name="connsiteY10" fmla="*/ 58928 h 62484"/>
                  <a:gd name="connsiteX11" fmla="*/ 14351 w 58546"/>
                  <a:gd name="connsiteY11" fmla="*/ 57531 h 62484"/>
                  <a:gd name="connsiteX12" fmla="*/ 14732 w 58546"/>
                  <a:gd name="connsiteY12" fmla="*/ 52959 h 62484"/>
                  <a:gd name="connsiteX13" fmla="*/ 17780 w 58546"/>
                  <a:gd name="connsiteY13" fmla="*/ 43688 h 62484"/>
                  <a:gd name="connsiteX14" fmla="*/ 32893 w 58546"/>
                  <a:gd name="connsiteY14" fmla="*/ 43942 h 62484"/>
                  <a:gd name="connsiteX15" fmla="*/ 36068 w 58546"/>
                  <a:gd name="connsiteY15" fmla="*/ 53594 h 62484"/>
                  <a:gd name="connsiteX16" fmla="*/ 36449 w 58546"/>
                  <a:gd name="connsiteY16" fmla="*/ 57531 h 62484"/>
                  <a:gd name="connsiteX17" fmla="*/ 33401 w 58546"/>
                  <a:gd name="connsiteY17" fmla="*/ 58801 h 62484"/>
                  <a:gd name="connsiteX18" fmla="*/ 30988 w 58546"/>
                  <a:gd name="connsiteY18" fmla="*/ 58928 h 62484"/>
                  <a:gd name="connsiteX19" fmla="*/ 30988 w 58546"/>
                  <a:gd name="connsiteY19" fmla="*/ 62484 h 62484"/>
                  <a:gd name="connsiteX20" fmla="*/ 58547 w 58546"/>
                  <a:gd name="connsiteY20" fmla="*/ 62484 h 62484"/>
                  <a:gd name="connsiteX21" fmla="*/ 58547 w 58546"/>
                  <a:gd name="connsiteY21" fmla="*/ 59182 h 62484"/>
                  <a:gd name="connsiteX22" fmla="*/ 49530 w 58546"/>
                  <a:gd name="connsiteY22" fmla="*/ 49530 h 62484"/>
                  <a:gd name="connsiteX23" fmla="*/ 18923 w 58546"/>
                  <a:gd name="connsiteY23" fmla="*/ 38100 h 62484"/>
                  <a:gd name="connsiteX24" fmla="*/ 25146 w 58546"/>
                  <a:gd name="connsiteY24" fmla="*/ 18923 h 62484"/>
                  <a:gd name="connsiteX25" fmla="*/ 30734 w 58546"/>
                  <a:gd name="connsiteY25" fmla="*/ 38481 h 62484"/>
                  <a:gd name="connsiteX26" fmla="*/ 18923 w 58546"/>
                  <a:gd name="connsiteY26" fmla="*/ 38100 h 624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</a:cxnLst>
                <a:rect l="l" t="t" r="r" b="b"/>
                <a:pathLst>
                  <a:path w="58546" h="62484">
                    <a:moveTo>
                      <a:pt x="49530" y="49530"/>
                    </a:moveTo>
                    <a:lnTo>
                      <a:pt x="38481" y="17526"/>
                    </a:lnTo>
                    <a:cubicBezTo>
                      <a:pt x="38481" y="17526"/>
                      <a:pt x="32766" y="889"/>
                      <a:pt x="32766" y="0"/>
                    </a:cubicBezTo>
                    <a:cubicBezTo>
                      <a:pt x="32766" y="0"/>
                      <a:pt x="32766" y="0"/>
                      <a:pt x="32766" y="0"/>
                    </a:cubicBezTo>
                    <a:cubicBezTo>
                      <a:pt x="32766" y="0"/>
                      <a:pt x="26924" y="1270"/>
                      <a:pt x="26924" y="1143"/>
                    </a:cubicBezTo>
                    <a:cubicBezTo>
                      <a:pt x="26924" y="1270"/>
                      <a:pt x="9017" y="49911"/>
                      <a:pt x="9017" y="49911"/>
                    </a:cubicBezTo>
                    <a:cubicBezTo>
                      <a:pt x="6096" y="57912"/>
                      <a:pt x="4445" y="58420"/>
                      <a:pt x="0" y="58801"/>
                    </a:cubicBezTo>
                    <a:lnTo>
                      <a:pt x="0" y="62484"/>
                    </a:lnTo>
                    <a:lnTo>
                      <a:pt x="20447" y="62484"/>
                    </a:lnTo>
                    <a:lnTo>
                      <a:pt x="20447" y="59182"/>
                    </a:lnTo>
                    <a:lnTo>
                      <a:pt x="18034" y="58928"/>
                    </a:lnTo>
                    <a:cubicBezTo>
                      <a:pt x="16129" y="58674"/>
                      <a:pt x="14986" y="58420"/>
                      <a:pt x="14351" y="57531"/>
                    </a:cubicBezTo>
                    <a:cubicBezTo>
                      <a:pt x="13716" y="56515"/>
                      <a:pt x="14097" y="54991"/>
                      <a:pt x="14732" y="52959"/>
                    </a:cubicBezTo>
                    <a:cubicBezTo>
                      <a:pt x="14732" y="52959"/>
                      <a:pt x="17399" y="43942"/>
                      <a:pt x="17780" y="43688"/>
                    </a:cubicBezTo>
                    <a:lnTo>
                      <a:pt x="32893" y="43942"/>
                    </a:lnTo>
                    <a:lnTo>
                      <a:pt x="36068" y="53594"/>
                    </a:lnTo>
                    <a:cubicBezTo>
                      <a:pt x="36703" y="55499"/>
                      <a:pt x="36957" y="56769"/>
                      <a:pt x="36449" y="57531"/>
                    </a:cubicBezTo>
                    <a:cubicBezTo>
                      <a:pt x="36068" y="58166"/>
                      <a:pt x="35179" y="58547"/>
                      <a:pt x="33401" y="58801"/>
                    </a:cubicBezTo>
                    <a:cubicBezTo>
                      <a:pt x="33401" y="58801"/>
                      <a:pt x="31115" y="59182"/>
                      <a:pt x="30988" y="58928"/>
                    </a:cubicBezTo>
                    <a:cubicBezTo>
                      <a:pt x="30988" y="59055"/>
                      <a:pt x="30988" y="61976"/>
                      <a:pt x="30988" y="62484"/>
                    </a:cubicBezTo>
                    <a:cubicBezTo>
                      <a:pt x="31750" y="62484"/>
                      <a:pt x="58547" y="62484"/>
                      <a:pt x="58547" y="62484"/>
                    </a:cubicBezTo>
                    <a:lnTo>
                      <a:pt x="58547" y="59182"/>
                    </a:lnTo>
                    <a:cubicBezTo>
                      <a:pt x="53975" y="58420"/>
                      <a:pt x="52324" y="57785"/>
                      <a:pt x="49530" y="49530"/>
                    </a:cubicBezTo>
                    <a:close/>
                    <a:moveTo>
                      <a:pt x="18923" y="38100"/>
                    </a:moveTo>
                    <a:lnTo>
                      <a:pt x="25146" y="18923"/>
                    </a:lnTo>
                    <a:cubicBezTo>
                      <a:pt x="25146" y="18923"/>
                      <a:pt x="31115" y="38100"/>
                      <a:pt x="30734" y="38481"/>
                    </a:cubicBezTo>
                    <a:lnTo>
                      <a:pt x="18923" y="38100"/>
                    </a:ln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340DE4DD-DBB4-9C67-B514-E3766D269EAB}"/>
                  </a:ext>
                </a:extLst>
              </p:cNvPr>
              <p:cNvSpPr/>
              <p:nvPr/>
            </p:nvSpPr>
            <p:spPr>
              <a:xfrm>
                <a:off x="10533127" y="660499"/>
                <a:ext cx="62738" cy="60959"/>
              </a:xfrm>
              <a:custGeom>
                <a:avLst/>
                <a:gdLst>
                  <a:gd name="connsiteX0" fmla="*/ 49911 w 62738"/>
                  <a:gd name="connsiteY0" fmla="*/ 26162 h 60959"/>
                  <a:gd name="connsiteX1" fmla="*/ 49149 w 62738"/>
                  <a:gd name="connsiteY1" fmla="*/ 8128 h 60959"/>
                  <a:gd name="connsiteX2" fmla="*/ 40259 w 62738"/>
                  <a:gd name="connsiteY2" fmla="*/ 3048 h 60959"/>
                  <a:gd name="connsiteX3" fmla="*/ 40259 w 62738"/>
                  <a:gd name="connsiteY3" fmla="*/ 0 h 60959"/>
                  <a:gd name="connsiteX4" fmla="*/ 62738 w 62738"/>
                  <a:gd name="connsiteY4" fmla="*/ 0 h 60959"/>
                  <a:gd name="connsiteX5" fmla="*/ 62738 w 62738"/>
                  <a:gd name="connsiteY5" fmla="*/ 3429 h 60959"/>
                  <a:gd name="connsiteX6" fmla="*/ 55245 w 62738"/>
                  <a:gd name="connsiteY6" fmla="*/ 8128 h 60959"/>
                  <a:gd name="connsiteX7" fmla="*/ 54483 w 62738"/>
                  <a:gd name="connsiteY7" fmla="*/ 26162 h 60959"/>
                  <a:gd name="connsiteX8" fmla="*/ 54483 w 62738"/>
                  <a:gd name="connsiteY8" fmla="*/ 60960 h 60959"/>
                  <a:gd name="connsiteX9" fmla="*/ 47117 w 62738"/>
                  <a:gd name="connsiteY9" fmla="*/ 60960 h 60959"/>
                  <a:gd name="connsiteX10" fmla="*/ 47117 w 62738"/>
                  <a:gd name="connsiteY10" fmla="*/ 60960 h 60959"/>
                  <a:gd name="connsiteX11" fmla="*/ 13462 w 62738"/>
                  <a:gd name="connsiteY11" fmla="*/ 16002 h 60959"/>
                  <a:gd name="connsiteX12" fmla="*/ 13462 w 62738"/>
                  <a:gd name="connsiteY12" fmla="*/ 34544 h 60959"/>
                  <a:gd name="connsiteX13" fmla="*/ 14224 w 62738"/>
                  <a:gd name="connsiteY13" fmla="*/ 52578 h 60959"/>
                  <a:gd name="connsiteX14" fmla="*/ 23241 w 62738"/>
                  <a:gd name="connsiteY14" fmla="*/ 57658 h 60959"/>
                  <a:gd name="connsiteX15" fmla="*/ 23241 w 62738"/>
                  <a:gd name="connsiteY15" fmla="*/ 60960 h 60959"/>
                  <a:gd name="connsiteX16" fmla="*/ 1270 w 62738"/>
                  <a:gd name="connsiteY16" fmla="*/ 60960 h 60959"/>
                  <a:gd name="connsiteX17" fmla="*/ 1270 w 62738"/>
                  <a:gd name="connsiteY17" fmla="*/ 57277 h 60959"/>
                  <a:gd name="connsiteX18" fmla="*/ 8128 w 62738"/>
                  <a:gd name="connsiteY18" fmla="*/ 52451 h 60959"/>
                  <a:gd name="connsiteX19" fmla="*/ 8890 w 62738"/>
                  <a:gd name="connsiteY19" fmla="*/ 34417 h 60959"/>
                  <a:gd name="connsiteX20" fmla="*/ 8890 w 62738"/>
                  <a:gd name="connsiteY20" fmla="*/ 17145 h 60959"/>
                  <a:gd name="connsiteX21" fmla="*/ 6858 w 62738"/>
                  <a:gd name="connsiteY21" fmla="*/ 6096 h 60959"/>
                  <a:gd name="connsiteX22" fmla="*/ 0 w 62738"/>
                  <a:gd name="connsiteY22" fmla="*/ 3048 h 60959"/>
                  <a:gd name="connsiteX23" fmla="*/ 0 w 62738"/>
                  <a:gd name="connsiteY23" fmla="*/ 0 h 60959"/>
                  <a:gd name="connsiteX24" fmla="*/ 19558 w 62738"/>
                  <a:gd name="connsiteY24" fmla="*/ 0 h 60959"/>
                  <a:gd name="connsiteX25" fmla="*/ 19558 w 62738"/>
                  <a:gd name="connsiteY25" fmla="*/ 0 h 60959"/>
                  <a:gd name="connsiteX26" fmla="*/ 49911 w 62738"/>
                  <a:gd name="connsiteY26" fmla="*/ 40132 h 60959"/>
                  <a:gd name="connsiteX27" fmla="*/ 49911 w 62738"/>
                  <a:gd name="connsiteY27" fmla="*/ 26162 h 60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2738" h="60959">
                    <a:moveTo>
                      <a:pt x="49911" y="26162"/>
                    </a:moveTo>
                    <a:lnTo>
                      <a:pt x="49149" y="8128"/>
                    </a:lnTo>
                    <a:cubicBezTo>
                      <a:pt x="48641" y="4699"/>
                      <a:pt x="46355" y="3302"/>
                      <a:pt x="40259" y="3048"/>
                    </a:cubicBezTo>
                    <a:lnTo>
                      <a:pt x="40259" y="0"/>
                    </a:lnTo>
                    <a:lnTo>
                      <a:pt x="62738" y="0"/>
                    </a:lnTo>
                    <a:lnTo>
                      <a:pt x="62738" y="3429"/>
                    </a:lnTo>
                    <a:cubicBezTo>
                      <a:pt x="58166" y="3302"/>
                      <a:pt x="55753" y="4826"/>
                      <a:pt x="55245" y="8128"/>
                    </a:cubicBezTo>
                    <a:lnTo>
                      <a:pt x="54483" y="26162"/>
                    </a:lnTo>
                    <a:cubicBezTo>
                      <a:pt x="54483" y="26162"/>
                      <a:pt x="54483" y="60198"/>
                      <a:pt x="54483" y="60960"/>
                    </a:cubicBezTo>
                    <a:cubicBezTo>
                      <a:pt x="53848" y="60960"/>
                      <a:pt x="47117" y="60960"/>
                      <a:pt x="47117" y="60960"/>
                    </a:cubicBezTo>
                    <a:lnTo>
                      <a:pt x="47117" y="60960"/>
                    </a:lnTo>
                    <a:cubicBezTo>
                      <a:pt x="47117" y="60706"/>
                      <a:pt x="13462" y="16002"/>
                      <a:pt x="13462" y="16002"/>
                    </a:cubicBezTo>
                    <a:lnTo>
                      <a:pt x="13462" y="34544"/>
                    </a:lnTo>
                    <a:lnTo>
                      <a:pt x="14224" y="52578"/>
                    </a:lnTo>
                    <a:cubicBezTo>
                      <a:pt x="14732" y="56007"/>
                      <a:pt x="17018" y="57404"/>
                      <a:pt x="23241" y="57658"/>
                    </a:cubicBezTo>
                    <a:lnTo>
                      <a:pt x="23241" y="60960"/>
                    </a:lnTo>
                    <a:lnTo>
                      <a:pt x="1270" y="60960"/>
                    </a:lnTo>
                    <a:lnTo>
                      <a:pt x="1270" y="57277"/>
                    </a:lnTo>
                    <a:cubicBezTo>
                      <a:pt x="5334" y="57404"/>
                      <a:pt x="7747" y="55753"/>
                      <a:pt x="8128" y="52451"/>
                    </a:cubicBezTo>
                    <a:lnTo>
                      <a:pt x="8890" y="34417"/>
                    </a:lnTo>
                    <a:lnTo>
                      <a:pt x="8890" y="17145"/>
                    </a:lnTo>
                    <a:cubicBezTo>
                      <a:pt x="8890" y="10287"/>
                      <a:pt x="8763" y="8890"/>
                      <a:pt x="6858" y="6096"/>
                    </a:cubicBezTo>
                    <a:cubicBezTo>
                      <a:pt x="5461" y="3937"/>
                      <a:pt x="3175" y="3302"/>
                      <a:pt x="0" y="3048"/>
                    </a:cubicBezTo>
                    <a:lnTo>
                      <a:pt x="0" y="0"/>
                    </a:lnTo>
                    <a:lnTo>
                      <a:pt x="19558" y="0"/>
                    </a:lnTo>
                    <a:lnTo>
                      <a:pt x="19558" y="0"/>
                    </a:lnTo>
                    <a:cubicBezTo>
                      <a:pt x="19558" y="254"/>
                      <a:pt x="49911" y="40132"/>
                      <a:pt x="49911" y="40132"/>
                    </a:cubicBezTo>
                    <a:lnTo>
                      <a:pt x="49911" y="26162"/>
                    </a:ln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1" name="자유형: 도형 30">
                <a:extLst>
                  <a:ext uri="{FF2B5EF4-FFF2-40B4-BE49-F238E27FC236}">
                    <a16:creationId xmlns:a16="http://schemas.microsoft.com/office/drawing/2014/main" id="{4E74F1BE-9150-93FC-1057-CC0738DEADF3}"/>
                  </a:ext>
                </a:extLst>
              </p:cNvPr>
              <p:cNvSpPr/>
              <p:nvPr/>
            </p:nvSpPr>
            <p:spPr>
              <a:xfrm>
                <a:off x="10748519" y="660499"/>
                <a:ext cx="62864" cy="61086"/>
              </a:xfrm>
              <a:custGeom>
                <a:avLst/>
                <a:gdLst>
                  <a:gd name="connsiteX0" fmla="*/ 50038 w 62864"/>
                  <a:gd name="connsiteY0" fmla="*/ 26162 h 61086"/>
                  <a:gd name="connsiteX1" fmla="*/ 49275 w 62864"/>
                  <a:gd name="connsiteY1" fmla="*/ 8128 h 61086"/>
                  <a:gd name="connsiteX2" fmla="*/ 40386 w 62864"/>
                  <a:gd name="connsiteY2" fmla="*/ 3048 h 61086"/>
                  <a:gd name="connsiteX3" fmla="*/ 40386 w 62864"/>
                  <a:gd name="connsiteY3" fmla="*/ 0 h 61086"/>
                  <a:gd name="connsiteX4" fmla="*/ 62864 w 62864"/>
                  <a:gd name="connsiteY4" fmla="*/ 0 h 61086"/>
                  <a:gd name="connsiteX5" fmla="*/ 62864 w 62864"/>
                  <a:gd name="connsiteY5" fmla="*/ 3302 h 61086"/>
                  <a:gd name="connsiteX6" fmla="*/ 55372 w 62864"/>
                  <a:gd name="connsiteY6" fmla="*/ 8255 h 61086"/>
                  <a:gd name="connsiteX7" fmla="*/ 54610 w 62864"/>
                  <a:gd name="connsiteY7" fmla="*/ 26289 h 61086"/>
                  <a:gd name="connsiteX8" fmla="*/ 54610 w 62864"/>
                  <a:gd name="connsiteY8" fmla="*/ 61087 h 61086"/>
                  <a:gd name="connsiteX9" fmla="*/ 47244 w 62864"/>
                  <a:gd name="connsiteY9" fmla="*/ 61087 h 61086"/>
                  <a:gd name="connsiteX10" fmla="*/ 47244 w 62864"/>
                  <a:gd name="connsiteY10" fmla="*/ 61087 h 61086"/>
                  <a:gd name="connsiteX11" fmla="*/ 13588 w 62864"/>
                  <a:gd name="connsiteY11" fmla="*/ 16129 h 61086"/>
                  <a:gd name="connsiteX12" fmla="*/ 13588 w 62864"/>
                  <a:gd name="connsiteY12" fmla="*/ 34544 h 61086"/>
                  <a:gd name="connsiteX13" fmla="*/ 14350 w 62864"/>
                  <a:gd name="connsiteY13" fmla="*/ 52578 h 61086"/>
                  <a:gd name="connsiteX14" fmla="*/ 23240 w 62864"/>
                  <a:gd name="connsiteY14" fmla="*/ 57658 h 61086"/>
                  <a:gd name="connsiteX15" fmla="*/ 23240 w 62864"/>
                  <a:gd name="connsiteY15" fmla="*/ 60960 h 61086"/>
                  <a:gd name="connsiteX16" fmla="*/ 1270 w 62864"/>
                  <a:gd name="connsiteY16" fmla="*/ 60960 h 61086"/>
                  <a:gd name="connsiteX17" fmla="*/ 1270 w 62864"/>
                  <a:gd name="connsiteY17" fmla="*/ 57277 h 61086"/>
                  <a:gd name="connsiteX18" fmla="*/ 8127 w 62864"/>
                  <a:gd name="connsiteY18" fmla="*/ 52451 h 61086"/>
                  <a:gd name="connsiteX19" fmla="*/ 8889 w 62864"/>
                  <a:gd name="connsiteY19" fmla="*/ 34417 h 61086"/>
                  <a:gd name="connsiteX20" fmla="*/ 8889 w 62864"/>
                  <a:gd name="connsiteY20" fmla="*/ 17145 h 61086"/>
                  <a:gd name="connsiteX21" fmla="*/ 6858 w 62864"/>
                  <a:gd name="connsiteY21" fmla="*/ 6096 h 61086"/>
                  <a:gd name="connsiteX22" fmla="*/ 0 w 62864"/>
                  <a:gd name="connsiteY22" fmla="*/ 3048 h 61086"/>
                  <a:gd name="connsiteX23" fmla="*/ 0 w 62864"/>
                  <a:gd name="connsiteY23" fmla="*/ 0 h 61086"/>
                  <a:gd name="connsiteX24" fmla="*/ 19558 w 62864"/>
                  <a:gd name="connsiteY24" fmla="*/ 0 h 61086"/>
                  <a:gd name="connsiteX25" fmla="*/ 19558 w 62864"/>
                  <a:gd name="connsiteY25" fmla="*/ 0 h 61086"/>
                  <a:gd name="connsiteX26" fmla="*/ 49911 w 62864"/>
                  <a:gd name="connsiteY26" fmla="*/ 40132 h 61086"/>
                  <a:gd name="connsiteX27" fmla="*/ 50038 w 62864"/>
                  <a:gd name="connsiteY27" fmla="*/ 26162 h 61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2864" h="61086">
                    <a:moveTo>
                      <a:pt x="50038" y="26162"/>
                    </a:moveTo>
                    <a:lnTo>
                      <a:pt x="49275" y="8128"/>
                    </a:lnTo>
                    <a:cubicBezTo>
                      <a:pt x="48768" y="4699"/>
                      <a:pt x="46482" y="3302"/>
                      <a:pt x="40386" y="3048"/>
                    </a:cubicBezTo>
                    <a:lnTo>
                      <a:pt x="40386" y="0"/>
                    </a:lnTo>
                    <a:lnTo>
                      <a:pt x="62864" y="0"/>
                    </a:lnTo>
                    <a:lnTo>
                      <a:pt x="62864" y="3302"/>
                    </a:lnTo>
                    <a:cubicBezTo>
                      <a:pt x="58293" y="3175"/>
                      <a:pt x="55880" y="4826"/>
                      <a:pt x="55372" y="8255"/>
                    </a:cubicBezTo>
                    <a:lnTo>
                      <a:pt x="54610" y="26289"/>
                    </a:lnTo>
                    <a:cubicBezTo>
                      <a:pt x="54610" y="26289"/>
                      <a:pt x="54610" y="60325"/>
                      <a:pt x="54610" y="61087"/>
                    </a:cubicBezTo>
                    <a:cubicBezTo>
                      <a:pt x="53975" y="61087"/>
                      <a:pt x="47244" y="61087"/>
                      <a:pt x="47244" y="61087"/>
                    </a:cubicBezTo>
                    <a:lnTo>
                      <a:pt x="47244" y="61087"/>
                    </a:lnTo>
                    <a:cubicBezTo>
                      <a:pt x="47244" y="60833"/>
                      <a:pt x="13588" y="16129"/>
                      <a:pt x="13588" y="16129"/>
                    </a:cubicBezTo>
                    <a:lnTo>
                      <a:pt x="13588" y="34544"/>
                    </a:lnTo>
                    <a:lnTo>
                      <a:pt x="14350" y="52578"/>
                    </a:lnTo>
                    <a:cubicBezTo>
                      <a:pt x="14859" y="56007"/>
                      <a:pt x="17145" y="57404"/>
                      <a:pt x="23240" y="57658"/>
                    </a:cubicBezTo>
                    <a:lnTo>
                      <a:pt x="23240" y="60960"/>
                    </a:lnTo>
                    <a:lnTo>
                      <a:pt x="1270" y="60960"/>
                    </a:lnTo>
                    <a:lnTo>
                      <a:pt x="1270" y="57277"/>
                    </a:lnTo>
                    <a:cubicBezTo>
                      <a:pt x="5334" y="57404"/>
                      <a:pt x="7747" y="55753"/>
                      <a:pt x="8127" y="52451"/>
                    </a:cubicBezTo>
                    <a:lnTo>
                      <a:pt x="8889" y="34417"/>
                    </a:lnTo>
                    <a:lnTo>
                      <a:pt x="8889" y="17145"/>
                    </a:lnTo>
                    <a:cubicBezTo>
                      <a:pt x="8889" y="10287"/>
                      <a:pt x="8763" y="8890"/>
                      <a:pt x="6858" y="6096"/>
                    </a:cubicBezTo>
                    <a:cubicBezTo>
                      <a:pt x="5461" y="3937"/>
                      <a:pt x="3175" y="3302"/>
                      <a:pt x="0" y="3048"/>
                    </a:cubicBezTo>
                    <a:lnTo>
                      <a:pt x="0" y="0"/>
                    </a:lnTo>
                    <a:lnTo>
                      <a:pt x="19558" y="0"/>
                    </a:lnTo>
                    <a:lnTo>
                      <a:pt x="19558" y="0"/>
                    </a:lnTo>
                    <a:cubicBezTo>
                      <a:pt x="19558" y="254"/>
                      <a:pt x="49911" y="40132"/>
                      <a:pt x="49911" y="40132"/>
                    </a:cubicBezTo>
                    <a:lnTo>
                      <a:pt x="50038" y="26162"/>
                    </a:ln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FBAC921B-885C-8EC0-5A14-904D9E90BD09}"/>
                  </a:ext>
                </a:extLst>
              </p:cNvPr>
              <p:cNvSpPr/>
              <p:nvPr/>
            </p:nvSpPr>
            <p:spPr>
              <a:xfrm>
                <a:off x="10676256" y="647163"/>
                <a:ext cx="74929" cy="75945"/>
              </a:xfrm>
              <a:custGeom>
                <a:avLst/>
                <a:gdLst>
                  <a:gd name="connsiteX0" fmla="*/ 59436 w 74929"/>
                  <a:gd name="connsiteY0" fmla="*/ 38100 h 75945"/>
                  <a:gd name="connsiteX1" fmla="*/ 59436 w 74929"/>
                  <a:gd name="connsiteY1" fmla="*/ 31242 h 75945"/>
                  <a:gd name="connsiteX2" fmla="*/ 58547 w 74929"/>
                  <a:gd name="connsiteY2" fmla="*/ 10033 h 75945"/>
                  <a:gd name="connsiteX3" fmla="*/ 47751 w 74929"/>
                  <a:gd name="connsiteY3" fmla="*/ 4064 h 75945"/>
                  <a:gd name="connsiteX4" fmla="*/ 47751 w 74929"/>
                  <a:gd name="connsiteY4" fmla="*/ 0 h 75945"/>
                  <a:gd name="connsiteX5" fmla="*/ 74930 w 74929"/>
                  <a:gd name="connsiteY5" fmla="*/ 0 h 75945"/>
                  <a:gd name="connsiteX6" fmla="*/ 74930 w 74929"/>
                  <a:gd name="connsiteY6" fmla="*/ 4318 h 75945"/>
                  <a:gd name="connsiteX7" fmla="*/ 66167 w 74929"/>
                  <a:gd name="connsiteY7" fmla="*/ 10160 h 75945"/>
                  <a:gd name="connsiteX8" fmla="*/ 65277 w 74929"/>
                  <a:gd name="connsiteY8" fmla="*/ 31369 h 75945"/>
                  <a:gd name="connsiteX9" fmla="*/ 65277 w 74929"/>
                  <a:gd name="connsiteY9" fmla="*/ 40259 h 75945"/>
                  <a:gd name="connsiteX10" fmla="*/ 57531 w 74929"/>
                  <a:gd name="connsiteY10" fmla="*/ 67437 h 75945"/>
                  <a:gd name="connsiteX11" fmla="*/ 37084 w 74929"/>
                  <a:gd name="connsiteY11" fmla="*/ 75946 h 75945"/>
                  <a:gd name="connsiteX12" fmla="*/ 16763 w 74929"/>
                  <a:gd name="connsiteY12" fmla="*/ 69850 h 75945"/>
                  <a:gd name="connsiteX13" fmla="*/ 8636 w 74929"/>
                  <a:gd name="connsiteY13" fmla="*/ 43561 h 75945"/>
                  <a:gd name="connsiteX14" fmla="*/ 8636 w 74929"/>
                  <a:gd name="connsiteY14" fmla="*/ 18415 h 75945"/>
                  <a:gd name="connsiteX15" fmla="*/ 0 w 74929"/>
                  <a:gd name="connsiteY15" fmla="*/ 4318 h 75945"/>
                  <a:gd name="connsiteX16" fmla="*/ 0 w 74929"/>
                  <a:gd name="connsiteY16" fmla="*/ 254 h 75945"/>
                  <a:gd name="connsiteX17" fmla="*/ 34544 w 74929"/>
                  <a:gd name="connsiteY17" fmla="*/ 254 h 75945"/>
                  <a:gd name="connsiteX18" fmla="*/ 34544 w 74929"/>
                  <a:gd name="connsiteY18" fmla="*/ 4572 h 75945"/>
                  <a:gd name="connsiteX19" fmla="*/ 26415 w 74929"/>
                  <a:gd name="connsiteY19" fmla="*/ 18415 h 75945"/>
                  <a:gd name="connsiteX20" fmla="*/ 26415 w 74929"/>
                  <a:gd name="connsiteY20" fmla="*/ 41783 h 75945"/>
                  <a:gd name="connsiteX21" fmla="*/ 41910 w 74929"/>
                  <a:gd name="connsiteY21" fmla="*/ 67691 h 75945"/>
                  <a:gd name="connsiteX22" fmla="*/ 59436 w 74929"/>
                  <a:gd name="connsiteY22" fmla="*/ 38100 h 75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74929" h="75945">
                    <a:moveTo>
                      <a:pt x="59436" y="38100"/>
                    </a:moveTo>
                    <a:lnTo>
                      <a:pt x="59436" y="31242"/>
                    </a:lnTo>
                    <a:cubicBezTo>
                      <a:pt x="59436" y="21844"/>
                      <a:pt x="59182" y="14732"/>
                      <a:pt x="58547" y="10033"/>
                    </a:cubicBezTo>
                    <a:cubicBezTo>
                      <a:pt x="58038" y="5842"/>
                      <a:pt x="55118" y="4445"/>
                      <a:pt x="47751" y="4064"/>
                    </a:cubicBezTo>
                    <a:lnTo>
                      <a:pt x="47751" y="0"/>
                    </a:lnTo>
                    <a:lnTo>
                      <a:pt x="74930" y="0"/>
                    </a:lnTo>
                    <a:lnTo>
                      <a:pt x="74930" y="4318"/>
                    </a:lnTo>
                    <a:cubicBezTo>
                      <a:pt x="69596" y="4191"/>
                      <a:pt x="66675" y="6096"/>
                      <a:pt x="66167" y="10160"/>
                    </a:cubicBezTo>
                    <a:cubicBezTo>
                      <a:pt x="65532" y="14986"/>
                      <a:pt x="65277" y="22098"/>
                      <a:pt x="65277" y="31369"/>
                    </a:cubicBezTo>
                    <a:lnTo>
                      <a:pt x="65277" y="40259"/>
                    </a:lnTo>
                    <a:cubicBezTo>
                      <a:pt x="65277" y="52324"/>
                      <a:pt x="62611" y="61468"/>
                      <a:pt x="57531" y="67437"/>
                    </a:cubicBezTo>
                    <a:cubicBezTo>
                      <a:pt x="53086" y="72517"/>
                      <a:pt x="45085" y="75946"/>
                      <a:pt x="37084" y="75946"/>
                    </a:cubicBezTo>
                    <a:cubicBezTo>
                      <a:pt x="28067" y="75946"/>
                      <a:pt x="21336" y="73914"/>
                      <a:pt x="16763" y="69850"/>
                    </a:cubicBezTo>
                    <a:cubicBezTo>
                      <a:pt x="11176" y="65024"/>
                      <a:pt x="8636" y="56896"/>
                      <a:pt x="8636" y="43561"/>
                    </a:cubicBezTo>
                    <a:lnTo>
                      <a:pt x="8636" y="18415"/>
                    </a:lnTo>
                    <a:cubicBezTo>
                      <a:pt x="8636" y="6096"/>
                      <a:pt x="8127" y="5080"/>
                      <a:pt x="0" y="4318"/>
                    </a:cubicBezTo>
                    <a:lnTo>
                      <a:pt x="0" y="254"/>
                    </a:lnTo>
                    <a:cubicBezTo>
                      <a:pt x="0" y="254"/>
                      <a:pt x="33782" y="254"/>
                      <a:pt x="34544" y="254"/>
                    </a:cubicBezTo>
                    <a:cubicBezTo>
                      <a:pt x="34544" y="889"/>
                      <a:pt x="34544" y="4572"/>
                      <a:pt x="34544" y="4572"/>
                    </a:cubicBezTo>
                    <a:cubicBezTo>
                      <a:pt x="27305" y="4953"/>
                      <a:pt x="26415" y="6223"/>
                      <a:pt x="26415" y="18415"/>
                    </a:cubicBezTo>
                    <a:lnTo>
                      <a:pt x="26415" y="41783"/>
                    </a:lnTo>
                    <a:cubicBezTo>
                      <a:pt x="26415" y="58293"/>
                      <a:pt x="32131" y="67691"/>
                      <a:pt x="41910" y="67691"/>
                    </a:cubicBezTo>
                    <a:cubicBezTo>
                      <a:pt x="53213" y="67437"/>
                      <a:pt x="59436" y="57023"/>
                      <a:pt x="59436" y="3810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3" name="자유형: 도형 32">
                <a:extLst>
                  <a:ext uri="{FF2B5EF4-FFF2-40B4-BE49-F238E27FC236}">
                    <a16:creationId xmlns:a16="http://schemas.microsoft.com/office/drawing/2014/main" id="{8F285C47-1EA3-C187-497D-C24BAF5A03F7}"/>
                  </a:ext>
                </a:extLst>
              </p:cNvPr>
              <p:cNvSpPr/>
              <p:nvPr/>
            </p:nvSpPr>
            <p:spPr>
              <a:xfrm>
                <a:off x="10815574" y="660499"/>
                <a:ext cx="28702" cy="61086"/>
              </a:xfrm>
              <a:custGeom>
                <a:avLst/>
                <a:gdLst>
                  <a:gd name="connsiteX0" fmla="*/ 0 w 28702"/>
                  <a:gd name="connsiteY0" fmla="*/ 60960 h 61086"/>
                  <a:gd name="connsiteX1" fmla="*/ 0 w 28702"/>
                  <a:gd name="connsiteY1" fmla="*/ 57404 h 61086"/>
                  <a:gd name="connsiteX2" fmla="*/ 7112 w 28702"/>
                  <a:gd name="connsiteY2" fmla="*/ 45974 h 61086"/>
                  <a:gd name="connsiteX3" fmla="*/ 7112 w 28702"/>
                  <a:gd name="connsiteY3" fmla="*/ 14859 h 61086"/>
                  <a:gd name="connsiteX4" fmla="*/ 0 w 28702"/>
                  <a:gd name="connsiteY4" fmla="*/ 3048 h 61086"/>
                  <a:gd name="connsiteX5" fmla="*/ 0 w 28702"/>
                  <a:gd name="connsiteY5" fmla="*/ 0 h 61086"/>
                  <a:gd name="connsiteX6" fmla="*/ 28702 w 28702"/>
                  <a:gd name="connsiteY6" fmla="*/ 0 h 61086"/>
                  <a:gd name="connsiteX7" fmla="*/ 28702 w 28702"/>
                  <a:gd name="connsiteY7" fmla="*/ 3302 h 61086"/>
                  <a:gd name="connsiteX8" fmla="*/ 21590 w 28702"/>
                  <a:gd name="connsiteY8" fmla="*/ 14859 h 61086"/>
                  <a:gd name="connsiteX9" fmla="*/ 21590 w 28702"/>
                  <a:gd name="connsiteY9" fmla="*/ 45974 h 61086"/>
                  <a:gd name="connsiteX10" fmla="*/ 28702 w 28702"/>
                  <a:gd name="connsiteY10" fmla="*/ 57785 h 61086"/>
                  <a:gd name="connsiteX11" fmla="*/ 28702 w 28702"/>
                  <a:gd name="connsiteY11" fmla="*/ 61087 h 61086"/>
                  <a:gd name="connsiteX12" fmla="*/ 0 w 28702"/>
                  <a:gd name="connsiteY12" fmla="*/ 61087 h 61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702" h="61086">
                    <a:moveTo>
                      <a:pt x="0" y="60960"/>
                    </a:moveTo>
                    <a:lnTo>
                      <a:pt x="0" y="57404"/>
                    </a:lnTo>
                    <a:cubicBezTo>
                      <a:pt x="6223" y="57150"/>
                      <a:pt x="7112" y="56007"/>
                      <a:pt x="7112" y="45974"/>
                    </a:cubicBezTo>
                    <a:lnTo>
                      <a:pt x="7112" y="14859"/>
                    </a:lnTo>
                    <a:cubicBezTo>
                      <a:pt x="7112" y="4826"/>
                      <a:pt x="6604" y="3683"/>
                      <a:pt x="0" y="3048"/>
                    </a:cubicBezTo>
                    <a:lnTo>
                      <a:pt x="0" y="0"/>
                    </a:lnTo>
                    <a:lnTo>
                      <a:pt x="28702" y="0"/>
                    </a:lnTo>
                    <a:lnTo>
                      <a:pt x="28702" y="3302"/>
                    </a:lnTo>
                    <a:cubicBezTo>
                      <a:pt x="22479" y="3556"/>
                      <a:pt x="21590" y="4826"/>
                      <a:pt x="21590" y="14859"/>
                    </a:cubicBezTo>
                    <a:lnTo>
                      <a:pt x="21590" y="45974"/>
                    </a:lnTo>
                    <a:cubicBezTo>
                      <a:pt x="21590" y="56007"/>
                      <a:pt x="22098" y="57150"/>
                      <a:pt x="28702" y="57785"/>
                    </a:cubicBezTo>
                    <a:lnTo>
                      <a:pt x="28702" y="61087"/>
                    </a:lnTo>
                    <a:lnTo>
                      <a:pt x="0" y="61087"/>
                    </a:ln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8BA3AEFD-9351-947B-BD38-5F45494E6853}"/>
                  </a:ext>
                </a:extLst>
              </p:cNvPr>
              <p:cNvSpPr/>
              <p:nvPr/>
            </p:nvSpPr>
            <p:spPr>
              <a:xfrm>
                <a:off x="10847832" y="660499"/>
                <a:ext cx="61341" cy="61086"/>
              </a:xfrm>
              <a:custGeom>
                <a:avLst/>
                <a:gdLst>
                  <a:gd name="connsiteX0" fmla="*/ 35687 w 61341"/>
                  <a:gd name="connsiteY0" fmla="*/ 41529 h 61086"/>
                  <a:gd name="connsiteX1" fmla="*/ 44704 w 61341"/>
                  <a:gd name="connsiteY1" fmla="*/ 13716 h 61086"/>
                  <a:gd name="connsiteX2" fmla="*/ 45593 w 61341"/>
                  <a:gd name="connsiteY2" fmla="*/ 11049 h 61086"/>
                  <a:gd name="connsiteX3" fmla="*/ 46228 w 61341"/>
                  <a:gd name="connsiteY3" fmla="*/ 4826 h 61086"/>
                  <a:gd name="connsiteX4" fmla="*/ 42545 w 61341"/>
                  <a:gd name="connsiteY4" fmla="*/ 3302 h 61086"/>
                  <a:gd name="connsiteX5" fmla="*/ 40005 w 61341"/>
                  <a:gd name="connsiteY5" fmla="*/ 3175 h 61086"/>
                  <a:gd name="connsiteX6" fmla="*/ 40005 w 61341"/>
                  <a:gd name="connsiteY6" fmla="*/ 0 h 61086"/>
                  <a:gd name="connsiteX7" fmla="*/ 61341 w 61341"/>
                  <a:gd name="connsiteY7" fmla="*/ 0 h 61086"/>
                  <a:gd name="connsiteX8" fmla="*/ 61341 w 61341"/>
                  <a:gd name="connsiteY8" fmla="*/ 3302 h 61086"/>
                  <a:gd name="connsiteX9" fmla="*/ 51308 w 61341"/>
                  <a:gd name="connsiteY9" fmla="*/ 13081 h 61086"/>
                  <a:gd name="connsiteX10" fmla="*/ 33148 w 61341"/>
                  <a:gd name="connsiteY10" fmla="*/ 61087 h 61086"/>
                  <a:gd name="connsiteX11" fmla="*/ 26925 w 61341"/>
                  <a:gd name="connsiteY11" fmla="*/ 61087 h 61086"/>
                  <a:gd name="connsiteX12" fmla="*/ 9144 w 61341"/>
                  <a:gd name="connsiteY12" fmla="*/ 12573 h 61086"/>
                  <a:gd name="connsiteX13" fmla="*/ 0 w 61341"/>
                  <a:gd name="connsiteY13" fmla="*/ 3302 h 61086"/>
                  <a:gd name="connsiteX14" fmla="*/ 0 w 61341"/>
                  <a:gd name="connsiteY14" fmla="*/ 127 h 61086"/>
                  <a:gd name="connsiteX15" fmla="*/ 28575 w 61341"/>
                  <a:gd name="connsiteY15" fmla="*/ 127 h 61086"/>
                  <a:gd name="connsiteX16" fmla="*/ 28575 w 61341"/>
                  <a:gd name="connsiteY16" fmla="*/ 3429 h 61086"/>
                  <a:gd name="connsiteX17" fmla="*/ 25654 w 61341"/>
                  <a:gd name="connsiteY17" fmla="*/ 3556 h 61086"/>
                  <a:gd name="connsiteX18" fmla="*/ 22733 w 61341"/>
                  <a:gd name="connsiteY18" fmla="*/ 4699 h 61086"/>
                  <a:gd name="connsiteX19" fmla="*/ 23114 w 61341"/>
                  <a:gd name="connsiteY19" fmla="*/ 8509 h 61086"/>
                  <a:gd name="connsiteX20" fmla="*/ 30480 w 61341"/>
                  <a:gd name="connsiteY20" fmla="*/ 28956 h 61086"/>
                  <a:gd name="connsiteX21" fmla="*/ 35561 w 61341"/>
                  <a:gd name="connsiteY21" fmla="*/ 42672 h 61086"/>
                  <a:gd name="connsiteX22" fmla="*/ 35687 w 61341"/>
                  <a:gd name="connsiteY22" fmla="*/ 41529 h 61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61341" h="61086">
                    <a:moveTo>
                      <a:pt x="35687" y="41529"/>
                    </a:moveTo>
                    <a:lnTo>
                      <a:pt x="44704" y="13716"/>
                    </a:lnTo>
                    <a:lnTo>
                      <a:pt x="45593" y="11049"/>
                    </a:lnTo>
                    <a:cubicBezTo>
                      <a:pt x="46610" y="8001"/>
                      <a:pt x="46990" y="5969"/>
                      <a:pt x="46228" y="4826"/>
                    </a:cubicBezTo>
                    <a:cubicBezTo>
                      <a:pt x="45593" y="3937"/>
                      <a:pt x="44324" y="3556"/>
                      <a:pt x="42545" y="3302"/>
                    </a:cubicBezTo>
                    <a:lnTo>
                      <a:pt x="40005" y="3175"/>
                    </a:lnTo>
                    <a:lnTo>
                      <a:pt x="40005" y="0"/>
                    </a:lnTo>
                    <a:lnTo>
                      <a:pt x="61341" y="0"/>
                    </a:lnTo>
                    <a:lnTo>
                      <a:pt x="61341" y="3302"/>
                    </a:lnTo>
                    <a:cubicBezTo>
                      <a:pt x="56388" y="3556"/>
                      <a:pt x="54864" y="4318"/>
                      <a:pt x="51308" y="13081"/>
                    </a:cubicBezTo>
                    <a:lnTo>
                      <a:pt x="33148" y="61087"/>
                    </a:lnTo>
                    <a:cubicBezTo>
                      <a:pt x="33148" y="61087"/>
                      <a:pt x="27305" y="61087"/>
                      <a:pt x="26925" y="61087"/>
                    </a:cubicBezTo>
                    <a:cubicBezTo>
                      <a:pt x="26798" y="60706"/>
                      <a:pt x="9144" y="12573"/>
                      <a:pt x="9144" y="12573"/>
                    </a:cubicBezTo>
                    <a:cubicBezTo>
                      <a:pt x="6097" y="4318"/>
                      <a:pt x="4445" y="3937"/>
                      <a:pt x="0" y="3302"/>
                    </a:cubicBezTo>
                    <a:lnTo>
                      <a:pt x="0" y="127"/>
                    </a:lnTo>
                    <a:lnTo>
                      <a:pt x="28575" y="127"/>
                    </a:lnTo>
                    <a:cubicBezTo>
                      <a:pt x="28575" y="127"/>
                      <a:pt x="28575" y="3429"/>
                      <a:pt x="28575" y="3429"/>
                    </a:cubicBezTo>
                    <a:cubicBezTo>
                      <a:pt x="28449" y="3175"/>
                      <a:pt x="25654" y="3556"/>
                      <a:pt x="25654" y="3556"/>
                    </a:cubicBezTo>
                    <a:cubicBezTo>
                      <a:pt x="24130" y="3810"/>
                      <a:pt x="23114" y="4064"/>
                      <a:pt x="22733" y="4699"/>
                    </a:cubicBezTo>
                    <a:cubicBezTo>
                      <a:pt x="22225" y="5461"/>
                      <a:pt x="22479" y="6731"/>
                      <a:pt x="23114" y="8509"/>
                    </a:cubicBezTo>
                    <a:lnTo>
                      <a:pt x="30480" y="28956"/>
                    </a:lnTo>
                    <a:lnTo>
                      <a:pt x="35561" y="42672"/>
                    </a:lnTo>
                    <a:lnTo>
                      <a:pt x="35687" y="41529"/>
                    </a:ln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806BFA7A-7249-D37E-0609-0D9E9F722473}"/>
                  </a:ext>
                </a:extLst>
              </p:cNvPr>
              <p:cNvSpPr/>
              <p:nvPr/>
            </p:nvSpPr>
            <p:spPr>
              <a:xfrm>
                <a:off x="10910824" y="660626"/>
                <a:ext cx="49276" cy="61086"/>
              </a:xfrm>
              <a:custGeom>
                <a:avLst/>
                <a:gdLst>
                  <a:gd name="connsiteX0" fmla="*/ 0 w 49276"/>
                  <a:gd name="connsiteY0" fmla="*/ 60833 h 61086"/>
                  <a:gd name="connsiteX1" fmla="*/ 0 w 49276"/>
                  <a:gd name="connsiteY1" fmla="*/ 57277 h 61086"/>
                  <a:gd name="connsiteX2" fmla="*/ 7747 w 49276"/>
                  <a:gd name="connsiteY2" fmla="*/ 45847 h 61086"/>
                  <a:gd name="connsiteX3" fmla="*/ 7747 w 49276"/>
                  <a:gd name="connsiteY3" fmla="*/ 14732 h 61086"/>
                  <a:gd name="connsiteX4" fmla="*/ 889 w 49276"/>
                  <a:gd name="connsiteY4" fmla="*/ 3175 h 61086"/>
                  <a:gd name="connsiteX5" fmla="*/ 889 w 49276"/>
                  <a:gd name="connsiteY5" fmla="*/ 0 h 61086"/>
                  <a:gd name="connsiteX6" fmla="*/ 43815 w 49276"/>
                  <a:gd name="connsiteY6" fmla="*/ 0 h 61086"/>
                  <a:gd name="connsiteX7" fmla="*/ 44577 w 49276"/>
                  <a:gd name="connsiteY7" fmla="*/ 15240 h 61086"/>
                  <a:gd name="connsiteX8" fmla="*/ 41021 w 49276"/>
                  <a:gd name="connsiteY8" fmla="*/ 15240 h 61086"/>
                  <a:gd name="connsiteX9" fmla="*/ 37973 w 49276"/>
                  <a:gd name="connsiteY9" fmla="*/ 6604 h 61086"/>
                  <a:gd name="connsiteX10" fmla="*/ 28575 w 49276"/>
                  <a:gd name="connsiteY10" fmla="*/ 4318 h 61086"/>
                  <a:gd name="connsiteX11" fmla="*/ 27051 w 49276"/>
                  <a:gd name="connsiteY11" fmla="*/ 4318 h 61086"/>
                  <a:gd name="connsiteX12" fmla="*/ 22352 w 49276"/>
                  <a:gd name="connsiteY12" fmla="*/ 8001 h 61086"/>
                  <a:gd name="connsiteX13" fmla="*/ 22352 w 49276"/>
                  <a:gd name="connsiteY13" fmla="*/ 26162 h 61086"/>
                  <a:gd name="connsiteX14" fmla="*/ 27940 w 49276"/>
                  <a:gd name="connsiteY14" fmla="*/ 26543 h 61086"/>
                  <a:gd name="connsiteX15" fmla="*/ 37211 w 49276"/>
                  <a:gd name="connsiteY15" fmla="*/ 18669 h 61086"/>
                  <a:gd name="connsiteX16" fmla="*/ 40640 w 49276"/>
                  <a:gd name="connsiteY16" fmla="*/ 18669 h 61086"/>
                  <a:gd name="connsiteX17" fmla="*/ 40640 w 49276"/>
                  <a:gd name="connsiteY17" fmla="*/ 40513 h 61086"/>
                  <a:gd name="connsiteX18" fmla="*/ 36830 w 49276"/>
                  <a:gd name="connsiteY18" fmla="*/ 40513 h 61086"/>
                  <a:gd name="connsiteX19" fmla="*/ 27940 w 49276"/>
                  <a:gd name="connsiteY19" fmla="*/ 31496 h 61086"/>
                  <a:gd name="connsiteX20" fmla="*/ 22352 w 49276"/>
                  <a:gd name="connsiteY20" fmla="*/ 31496 h 61086"/>
                  <a:gd name="connsiteX21" fmla="*/ 22352 w 49276"/>
                  <a:gd name="connsiteY21" fmla="*/ 47244 h 61086"/>
                  <a:gd name="connsiteX22" fmla="*/ 24257 w 49276"/>
                  <a:gd name="connsiteY22" fmla="*/ 55626 h 61086"/>
                  <a:gd name="connsiteX23" fmla="*/ 31496 w 49276"/>
                  <a:gd name="connsiteY23" fmla="*/ 56515 h 61086"/>
                  <a:gd name="connsiteX24" fmla="*/ 41275 w 49276"/>
                  <a:gd name="connsiteY24" fmla="*/ 53594 h 61086"/>
                  <a:gd name="connsiteX25" fmla="*/ 45720 w 49276"/>
                  <a:gd name="connsiteY25" fmla="*/ 43815 h 61086"/>
                  <a:gd name="connsiteX26" fmla="*/ 49276 w 49276"/>
                  <a:gd name="connsiteY26" fmla="*/ 44704 h 61086"/>
                  <a:gd name="connsiteX27" fmla="*/ 45847 w 49276"/>
                  <a:gd name="connsiteY27" fmla="*/ 61087 h 61086"/>
                  <a:gd name="connsiteX28" fmla="*/ 0 w 49276"/>
                  <a:gd name="connsiteY28" fmla="*/ 61087 h 61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49276" h="61086">
                    <a:moveTo>
                      <a:pt x="0" y="60833"/>
                    </a:moveTo>
                    <a:lnTo>
                      <a:pt x="0" y="57277"/>
                    </a:lnTo>
                    <a:cubicBezTo>
                      <a:pt x="6985" y="57023"/>
                      <a:pt x="7747" y="56007"/>
                      <a:pt x="7747" y="45847"/>
                    </a:cubicBezTo>
                    <a:lnTo>
                      <a:pt x="7747" y="14732"/>
                    </a:lnTo>
                    <a:cubicBezTo>
                      <a:pt x="7747" y="4699"/>
                      <a:pt x="7239" y="3683"/>
                      <a:pt x="889" y="3175"/>
                    </a:cubicBezTo>
                    <a:lnTo>
                      <a:pt x="889" y="0"/>
                    </a:lnTo>
                    <a:lnTo>
                      <a:pt x="43815" y="0"/>
                    </a:lnTo>
                    <a:lnTo>
                      <a:pt x="44577" y="15240"/>
                    </a:lnTo>
                    <a:lnTo>
                      <a:pt x="41021" y="15240"/>
                    </a:lnTo>
                    <a:cubicBezTo>
                      <a:pt x="40513" y="10795"/>
                      <a:pt x="39497" y="8128"/>
                      <a:pt x="37973" y="6604"/>
                    </a:cubicBezTo>
                    <a:cubicBezTo>
                      <a:pt x="36576" y="4953"/>
                      <a:pt x="33782" y="4318"/>
                      <a:pt x="28575" y="4318"/>
                    </a:cubicBezTo>
                    <a:lnTo>
                      <a:pt x="27051" y="4318"/>
                    </a:lnTo>
                    <a:cubicBezTo>
                      <a:pt x="23495" y="4318"/>
                      <a:pt x="22352" y="4445"/>
                      <a:pt x="22352" y="8001"/>
                    </a:cubicBezTo>
                    <a:lnTo>
                      <a:pt x="22352" y="26162"/>
                    </a:lnTo>
                    <a:lnTo>
                      <a:pt x="27940" y="26543"/>
                    </a:lnTo>
                    <a:cubicBezTo>
                      <a:pt x="35941" y="26543"/>
                      <a:pt x="36195" y="25908"/>
                      <a:pt x="37211" y="18669"/>
                    </a:cubicBezTo>
                    <a:lnTo>
                      <a:pt x="40640" y="18669"/>
                    </a:lnTo>
                    <a:lnTo>
                      <a:pt x="40640" y="40513"/>
                    </a:lnTo>
                    <a:lnTo>
                      <a:pt x="36830" y="40513"/>
                    </a:lnTo>
                    <a:cubicBezTo>
                      <a:pt x="36322" y="32385"/>
                      <a:pt x="35941" y="31496"/>
                      <a:pt x="27940" y="31496"/>
                    </a:cubicBezTo>
                    <a:lnTo>
                      <a:pt x="22352" y="31496"/>
                    </a:lnTo>
                    <a:lnTo>
                      <a:pt x="22352" y="47244"/>
                    </a:lnTo>
                    <a:cubicBezTo>
                      <a:pt x="22352" y="52324"/>
                      <a:pt x="22479" y="54737"/>
                      <a:pt x="24257" y="55626"/>
                    </a:cubicBezTo>
                    <a:cubicBezTo>
                      <a:pt x="25781" y="56388"/>
                      <a:pt x="28956" y="56515"/>
                      <a:pt x="31496" y="56515"/>
                    </a:cubicBezTo>
                    <a:cubicBezTo>
                      <a:pt x="36322" y="56515"/>
                      <a:pt x="39624" y="55499"/>
                      <a:pt x="41275" y="53594"/>
                    </a:cubicBezTo>
                    <a:cubicBezTo>
                      <a:pt x="42799" y="51943"/>
                      <a:pt x="44323" y="48514"/>
                      <a:pt x="45720" y="43815"/>
                    </a:cubicBezTo>
                    <a:cubicBezTo>
                      <a:pt x="46990" y="44069"/>
                      <a:pt x="49276" y="44704"/>
                      <a:pt x="49276" y="44704"/>
                    </a:cubicBezTo>
                    <a:cubicBezTo>
                      <a:pt x="49276" y="44704"/>
                      <a:pt x="46609" y="58674"/>
                      <a:pt x="45847" y="61087"/>
                    </a:cubicBezTo>
                    <a:lnTo>
                      <a:pt x="0" y="61087"/>
                    </a:ln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08C2EB45-1E38-5920-405C-C5B4003A9DCB}"/>
                  </a:ext>
                </a:extLst>
              </p:cNvPr>
              <p:cNvSpPr/>
              <p:nvPr/>
            </p:nvSpPr>
            <p:spPr>
              <a:xfrm>
                <a:off x="10964545" y="660499"/>
                <a:ext cx="56277" cy="61468"/>
              </a:xfrm>
              <a:custGeom>
                <a:avLst/>
                <a:gdLst>
                  <a:gd name="connsiteX0" fmla="*/ 51054 w 56277"/>
                  <a:gd name="connsiteY0" fmla="*/ 54737 h 61468"/>
                  <a:gd name="connsiteX1" fmla="*/ 44577 w 56277"/>
                  <a:gd name="connsiteY1" fmla="*/ 44577 h 61468"/>
                  <a:gd name="connsiteX2" fmla="*/ 37592 w 56277"/>
                  <a:gd name="connsiteY2" fmla="*/ 30607 h 61468"/>
                  <a:gd name="connsiteX3" fmla="*/ 37592 w 56277"/>
                  <a:gd name="connsiteY3" fmla="*/ 30607 h 61468"/>
                  <a:gd name="connsiteX4" fmla="*/ 48895 w 56277"/>
                  <a:gd name="connsiteY4" fmla="*/ 14986 h 61468"/>
                  <a:gd name="connsiteX5" fmla="*/ 42799 w 56277"/>
                  <a:gd name="connsiteY5" fmla="*/ 3175 h 61468"/>
                  <a:gd name="connsiteX6" fmla="*/ 27940 w 56277"/>
                  <a:gd name="connsiteY6" fmla="*/ 0 h 61468"/>
                  <a:gd name="connsiteX7" fmla="*/ 381 w 56277"/>
                  <a:gd name="connsiteY7" fmla="*/ 0 h 61468"/>
                  <a:gd name="connsiteX8" fmla="*/ 381 w 56277"/>
                  <a:gd name="connsiteY8" fmla="*/ 3048 h 61468"/>
                  <a:gd name="connsiteX9" fmla="*/ 7239 w 56277"/>
                  <a:gd name="connsiteY9" fmla="*/ 14859 h 61468"/>
                  <a:gd name="connsiteX10" fmla="*/ 7239 w 56277"/>
                  <a:gd name="connsiteY10" fmla="*/ 45974 h 61468"/>
                  <a:gd name="connsiteX11" fmla="*/ 0 w 56277"/>
                  <a:gd name="connsiteY11" fmla="*/ 57404 h 61468"/>
                  <a:gd name="connsiteX12" fmla="*/ 0 w 56277"/>
                  <a:gd name="connsiteY12" fmla="*/ 60960 h 61468"/>
                  <a:gd name="connsiteX13" fmla="*/ 27687 w 56277"/>
                  <a:gd name="connsiteY13" fmla="*/ 60960 h 61468"/>
                  <a:gd name="connsiteX14" fmla="*/ 27687 w 56277"/>
                  <a:gd name="connsiteY14" fmla="*/ 57658 h 61468"/>
                  <a:gd name="connsiteX15" fmla="*/ 20574 w 56277"/>
                  <a:gd name="connsiteY15" fmla="*/ 45847 h 61468"/>
                  <a:gd name="connsiteX16" fmla="*/ 20574 w 56277"/>
                  <a:gd name="connsiteY16" fmla="*/ 34163 h 61468"/>
                  <a:gd name="connsiteX17" fmla="*/ 22099 w 56277"/>
                  <a:gd name="connsiteY17" fmla="*/ 34163 h 61468"/>
                  <a:gd name="connsiteX18" fmla="*/ 26162 w 56277"/>
                  <a:gd name="connsiteY18" fmla="*/ 37846 h 61468"/>
                  <a:gd name="connsiteX19" fmla="*/ 33528 w 56277"/>
                  <a:gd name="connsiteY19" fmla="*/ 52959 h 61468"/>
                  <a:gd name="connsiteX20" fmla="*/ 52451 w 56277"/>
                  <a:gd name="connsiteY20" fmla="*/ 61341 h 61468"/>
                  <a:gd name="connsiteX21" fmla="*/ 55880 w 56277"/>
                  <a:gd name="connsiteY21" fmla="*/ 61468 h 61468"/>
                  <a:gd name="connsiteX22" fmla="*/ 56262 w 56277"/>
                  <a:gd name="connsiteY22" fmla="*/ 58801 h 61468"/>
                  <a:gd name="connsiteX23" fmla="*/ 51054 w 56277"/>
                  <a:gd name="connsiteY23" fmla="*/ 54737 h 61468"/>
                  <a:gd name="connsiteX24" fmla="*/ 29211 w 56277"/>
                  <a:gd name="connsiteY24" fmla="*/ 28829 h 61468"/>
                  <a:gd name="connsiteX25" fmla="*/ 22352 w 56277"/>
                  <a:gd name="connsiteY25" fmla="*/ 30480 h 61468"/>
                  <a:gd name="connsiteX26" fmla="*/ 20701 w 56277"/>
                  <a:gd name="connsiteY26" fmla="*/ 30099 h 61468"/>
                  <a:gd name="connsiteX27" fmla="*/ 20701 w 56277"/>
                  <a:gd name="connsiteY27" fmla="*/ 8382 h 61468"/>
                  <a:gd name="connsiteX28" fmla="*/ 25147 w 56277"/>
                  <a:gd name="connsiteY28" fmla="*/ 3937 h 61468"/>
                  <a:gd name="connsiteX29" fmla="*/ 34417 w 56277"/>
                  <a:gd name="connsiteY29" fmla="*/ 16383 h 61468"/>
                  <a:gd name="connsiteX30" fmla="*/ 29211 w 56277"/>
                  <a:gd name="connsiteY30" fmla="*/ 28829 h 614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56277" h="61468">
                    <a:moveTo>
                      <a:pt x="51054" y="54737"/>
                    </a:moveTo>
                    <a:lnTo>
                      <a:pt x="44577" y="44577"/>
                    </a:lnTo>
                    <a:cubicBezTo>
                      <a:pt x="44577" y="44577"/>
                      <a:pt x="37592" y="31369"/>
                      <a:pt x="37592" y="30607"/>
                    </a:cubicBezTo>
                    <a:lnTo>
                      <a:pt x="37592" y="30607"/>
                    </a:lnTo>
                    <a:cubicBezTo>
                      <a:pt x="45086" y="27559"/>
                      <a:pt x="48895" y="22225"/>
                      <a:pt x="48895" y="14986"/>
                    </a:cubicBezTo>
                    <a:cubicBezTo>
                      <a:pt x="48895" y="10033"/>
                      <a:pt x="46610" y="5715"/>
                      <a:pt x="42799" y="3175"/>
                    </a:cubicBezTo>
                    <a:cubicBezTo>
                      <a:pt x="39498" y="1016"/>
                      <a:pt x="35052" y="0"/>
                      <a:pt x="27940" y="0"/>
                    </a:cubicBezTo>
                    <a:lnTo>
                      <a:pt x="381" y="0"/>
                    </a:lnTo>
                    <a:lnTo>
                      <a:pt x="381" y="3048"/>
                    </a:lnTo>
                    <a:cubicBezTo>
                      <a:pt x="6731" y="3683"/>
                      <a:pt x="7239" y="4699"/>
                      <a:pt x="7239" y="14859"/>
                    </a:cubicBezTo>
                    <a:lnTo>
                      <a:pt x="7239" y="45974"/>
                    </a:lnTo>
                    <a:cubicBezTo>
                      <a:pt x="7239" y="56007"/>
                      <a:pt x="6350" y="57150"/>
                      <a:pt x="0" y="57404"/>
                    </a:cubicBezTo>
                    <a:lnTo>
                      <a:pt x="0" y="60960"/>
                    </a:lnTo>
                    <a:lnTo>
                      <a:pt x="27687" y="60960"/>
                    </a:lnTo>
                    <a:lnTo>
                      <a:pt x="27687" y="57658"/>
                    </a:lnTo>
                    <a:cubicBezTo>
                      <a:pt x="21082" y="57023"/>
                      <a:pt x="20574" y="56007"/>
                      <a:pt x="20574" y="45847"/>
                    </a:cubicBezTo>
                    <a:lnTo>
                      <a:pt x="20574" y="34163"/>
                    </a:lnTo>
                    <a:lnTo>
                      <a:pt x="22099" y="34163"/>
                    </a:lnTo>
                    <a:cubicBezTo>
                      <a:pt x="23876" y="34163"/>
                      <a:pt x="25274" y="35433"/>
                      <a:pt x="26162" y="37846"/>
                    </a:cubicBezTo>
                    <a:cubicBezTo>
                      <a:pt x="28449" y="43307"/>
                      <a:pt x="30988" y="49022"/>
                      <a:pt x="33528" y="52959"/>
                    </a:cubicBezTo>
                    <a:cubicBezTo>
                      <a:pt x="37085" y="58420"/>
                      <a:pt x="40132" y="61087"/>
                      <a:pt x="52451" y="61341"/>
                    </a:cubicBezTo>
                    <a:lnTo>
                      <a:pt x="55880" y="61468"/>
                    </a:lnTo>
                    <a:lnTo>
                      <a:pt x="56262" y="58801"/>
                    </a:lnTo>
                    <a:cubicBezTo>
                      <a:pt x="56515" y="58801"/>
                      <a:pt x="53722" y="58420"/>
                      <a:pt x="51054" y="54737"/>
                    </a:cubicBezTo>
                    <a:close/>
                    <a:moveTo>
                      <a:pt x="29211" y="28829"/>
                    </a:moveTo>
                    <a:cubicBezTo>
                      <a:pt x="27432" y="30226"/>
                      <a:pt x="25147" y="30480"/>
                      <a:pt x="22352" y="30480"/>
                    </a:cubicBezTo>
                    <a:lnTo>
                      <a:pt x="20701" y="30099"/>
                    </a:lnTo>
                    <a:lnTo>
                      <a:pt x="20701" y="8382"/>
                    </a:lnTo>
                    <a:cubicBezTo>
                      <a:pt x="20701" y="4445"/>
                      <a:pt x="21210" y="3937"/>
                      <a:pt x="25147" y="3937"/>
                    </a:cubicBezTo>
                    <a:cubicBezTo>
                      <a:pt x="28829" y="3937"/>
                      <a:pt x="34417" y="7239"/>
                      <a:pt x="34417" y="16383"/>
                    </a:cubicBezTo>
                    <a:cubicBezTo>
                      <a:pt x="34417" y="21844"/>
                      <a:pt x="32639" y="26035"/>
                      <a:pt x="29211" y="28829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7" name="자유형: 도형 36">
                <a:extLst>
                  <a:ext uri="{FF2B5EF4-FFF2-40B4-BE49-F238E27FC236}">
                    <a16:creationId xmlns:a16="http://schemas.microsoft.com/office/drawing/2014/main" id="{BCC30E41-1BA5-D024-17CC-369AE91A267C}"/>
                  </a:ext>
                </a:extLst>
              </p:cNvPr>
              <p:cNvSpPr/>
              <p:nvPr/>
            </p:nvSpPr>
            <p:spPr>
              <a:xfrm>
                <a:off x="11020426" y="659088"/>
                <a:ext cx="40258" cy="63132"/>
              </a:xfrm>
              <a:custGeom>
                <a:avLst/>
                <a:gdLst>
                  <a:gd name="connsiteX0" fmla="*/ 17780 w 40258"/>
                  <a:gd name="connsiteY0" fmla="*/ 37224 h 63132"/>
                  <a:gd name="connsiteX1" fmla="*/ 2286 w 40258"/>
                  <a:gd name="connsiteY1" fmla="*/ 18936 h 63132"/>
                  <a:gd name="connsiteX2" fmla="*/ 23368 w 40258"/>
                  <a:gd name="connsiteY2" fmla="*/ 13 h 63132"/>
                  <a:gd name="connsiteX3" fmla="*/ 31496 w 40258"/>
                  <a:gd name="connsiteY3" fmla="*/ 1156 h 63132"/>
                  <a:gd name="connsiteX4" fmla="*/ 36068 w 40258"/>
                  <a:gd name="connsiteY4" fmla="*/ 2426 h 63132"/>
                  <a:gd name="connsiteX5" fmla="*/ 36068 w 40258"/>
                  <a:gd name="connsiteY5" fmla="*/ 2553 h 63132"/>
                  <a:gd name="connsiteX6" fmla="*/ 37846 w 40258"/>
                  <a:gd name="connsiteY6" fmla="*/ 16777 h 63132"/>
                  <a:gd name="connsiteX7" fmla="*/ 34163 w 40258"/>
                  <a:gd name="connsiteY7" fmla="*/ 17031 h 63132"/>
                  <a:gd name="connsiteX8" fmla="*/ 21971 w 40258"/>
                  <a:gd name="connsiteY8" fmla="*/ 4077 h 63132"/>
                  <a:gd name="connsiteX9" fmla="*/ 13843 w 40258"/>
                  <a:gd name="connsiteY9" fmla="*/ 12586 h 63132"/>
                  <a:gd name="connsiteX10" fmla="*/ 23241 w 40258"/>
                  <a:gd name="connsiteY10" fmla="*/ 23127 h 63132"/>
                  <a:gd name="connsiteX11" fmla="*/ 25146 w 40258"/>
                  <a:gd name="connsiteY11" fmla="*/ 24016 h 63132"/>
                  <a:gd name="connsiteX12" fmla="*/ 40259 w 40258"/>
                  <a:gd name="connsiteY12" fmla="*/ 43447 h 63132"/>
                  <a:gd name="connsiteX13" fmla="*/ 17907 w 40258"/>
                  <a:gd name="connsiteY13" fmla="*/ 63132 h 63132"/>
                  <a:gd name="connsiteX14" fmla="*/ 8382 w 40258"/>
                  <a:gd name="connsiteY14" fmla="*/ 61481 h 63132"/>
                  <a:gd name="connsiteX15" fmla="*/ 2794 w 40258"/>
                  <a:gd name="connsiteY15" fmla="*/ 59195 h 63132"/>
                  <a:gd name="connsiteX16" fmla="*/ 2794 w 40258"/>
                  <a:gd name="connsiteY16" fmla="*/ 59195 h 63132"/>
                  <a:gd name="connsiteX17" fmla="*/ 1651 w 40258"/>
                  <a:gd name="connsiteY17" fmla="*/ 52845 h 63132"/>
                  <a:gd name="connsiteX18" fmla="*/ 0 w 40258"/>
                  <a:gd name="connsiteY18" fmla="*/ 43828 h 63132"/>
                  <a:gd name="connsiteX19" fmla="*/ 3302 w 40258"/>
                  <a:gd name="connsiteY19" fmla="*/ 43066 h 63132"/>
                  <a:gd name="connsiteX20" fmla="*/ 19431 w 40258"/>
                  <a:gd name="connsiteY20" fmla="*/ 58941 h 63132"/>
                  <a:gd name="connsiteX21" fmla="*/ 28067 w 40258"/>
                  <a:gd name="connsiteY21" fmla="*/ 49289 h 63132"/>
                  <a:gd name="connsiteX22" fmla="*/ 18923 w 40258"/>
                  <a:gd name="connsiteY22" fmla="*/ 37605 h 63132"/>
                  <a:gd name="connsiteX23" fmla="*/ 17780 w 40258"/>
                  <a:gd name="connsiteY23" fmla="*/ 37224 h 63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0258" h="63132">
                    <a:moveTo>
                      <a:pt x="17780" y="37224"/>
                    </a:moveTo>
                    <a:cubicBezTo>
                      <a:pt x="10160" y="33668"/>
                      <a:pt x="2286" y="28715"/>
                      <a:pt x="2286" y="18936"/>
                    </a:cubicBezTo>
                    <a:cubicBezTo>
                      <a:pt x="2286" y="7379"/>
                      <a:pt x="10795" y="-368"/>
                      <a:pt x="23368" y="13"/>
                    </a:cubicBezTo>
                    <a:cubicBezTo>
                      <a:pt x="23368" y="13"/>
                      <a:pt x="28321" y="521"/>
                      <a:pt x="31496" y="1156"/>
                    </a:cubicBezTo>
                    <a:cubicBezTo>
                      <a:pt x="34671" y="1791"/>
                      <a:pt x="36068" y="2426"/>
                      <a:pt x="36068" y="2426"/>
                    </a:cubicBezTo>
                    <a:cubicBezTo>
                      <a:pt x="36068" y="2426"/>
                      <a:pt x="36068" y="2426"/>
                      <a:pt x="36068" y="2553"/>
                    </a:cubicBezTo>
                    <a:cubicBezTo>
                      <a:pt x="36068" y="3823"/>
                      <a:pt x="37846" y="16777"/>
                      <a:pt x="37846" y="16777"/>
                    </a:cubicBezTo>
                    <a:lnTo>
                      <a:pt x="34163" y="17031"/>
                    </a:lnTo>
                    <a:cubicBezTo>
                      <a:pt x="32639" y="11189"/>
                      <a:pt x="29464" y="4077"/>
                      <a:pt x="21971" y="4077"/>
                    </a:cubicBezTo>
                    <a:cubicBezTo>
                      <a:pt x="17272" y="4077"/>
                      <a:pt x="13843" y="7760"/>
                      <a:pt x="13843" y="12586"/>
                    </a:cubicBezTo>
                    <a:cubicBezTo>
                      <a:pt x="13843" y="17031"/>
                      <a:pt x="16510" y="20079"/>
                      <a:pt x="23241" y="23127"/>
                    </a:cubicBezTo>
                    <a:lnTo>
                      <a:pt x="25146" y="24016"/>
                    </a:lnTo>
                    <a:cubicBezTo>
                      <a:pt x="34163" y="28207"/>
                      <a:pt x="40259" y="33160"/>
                      <a:pt x="40259" y="43447"/>
                    </a:cubicBezTo>
                    <a:cubicBezTo>
                      <a:pt x="40259" y="55258"/>
                      <a:pt x="31242" y="63132"/>
                      <a:pt x="17907" y="63132"/>
                    </a:cubicBezTo>
                    <a:cubicBezTo>
                      <a:pt x="14224" y="63132"/>
                      <a:pt x="10541" y="62370"/>
                      <a:pt x="8382" y="61481"/>
                    </a:cubicBezTo>
                    <a:cubicBezTo>
                      <a:pt x="8382" y="61481"/>
                      <a:pt x="2794" y="59195"/>
                      <a:pt x="2794" y="59195"/>
                    </a:cubicBezTo>
                    <a:cubicBezTo>
                      <a:pt x="2794" y="59195"/>
                      <a:pt x="2794" y="59195"/>
                      <a:pt x="2794" y="59195"/>
                    </a:cubicBezTo>
                    <a:cubicBezTo>
                      <a:pt x="2794" y="58560"/>
                      <a:pt x="1651" y="52845"/>
                      <a:pt x="1651" y="52845"/>
                    </a:cubicBezTo>
                    <a:cubicBezTo>
                      <a:pt x="1651" y="52845"/>
                      <a:pt x="0" y="43955"/>
                      <a:pt x="0" y="43828"/>
                    </a:cubicBezTo>
                    <a:cubicBezTo>
                      <a:pt x="127" y="44082"/>
                      <a:pt x="2794" y="43193"/>
                      <a:pt x="3302" y="43066"/>
                    </a:cubicBezTo>
                    <a:cubicBezTo>
                      <a:pt x="4445" y="46114"/>
                      <a:pt x="9525" y="58941"/>
                      <a:pt x="19431" y="58941"/>
                    </a:cubicBezTo>
                    <a:cubicBezTo>
                      <a:pt x="24638" y="58941"/>
                      <a:pt x="28067" y="55131"/>
                      <a:pt x="28067" y="49289"/>
                    </a:cubicBezTo>
                    <a:cubicBezTo>
                      <a:pt x="28067" y="44082"/>
                      <a:pt x="25273" y="40399"/>
                      <a:pt x="18923" y="37605"/>
                    </a:cubicBezTo>
                    <a:cubicBezTo>
                      <a:pt x="19050" y="37859"/>
                      <a:pt x="17780" y="37224"/>
                      <a:pt x="17780" y="37224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8" name="자유형: 도형 37">
                <a:extLst>
                  <a:ext uri="{FF2B5EF4-FFF2-40B4-BE49-F238E27FC236}">
                    <a16:creationId xmlns:a16="http://schemas.microsoft.com/office/drawing/2014/main" id="{094FCAB6-BC8A-B942-1642-A748C4F3DAF5}"/>
                  </a:ext>
                </a:extLst>
              </p:cNvPr>
              <p:cNvSpPr/>
              <p:nvPr/>
            </p:nvSpPr>
            <p:spPr>
              <a:xfrm>
                <a:off x="11064876" y="660499"/>
                <a:ext cx="28575" cy="61086"/>
              </a:xfrm>
              <a:custGeom>
                <a:avLst/>
                <a:gdLst>
                  <a:gd name="connsiteX0" fmla="*/ 0 w 28575"/>
                  <a:gd name="connsiteY0" fmla="*/ 60960 h 61086"/>
                  <a:gd name="connsiteX1" fmla="*/ 0 w 28575"/>
                  <a:gd name="connsiteY1" fmla="*/ 57404 h 61086"/>
                  <a:gd name="connsiteX2" fmla="*/ 7112 w 28575"/>
                  <a:gd name="connsiteY2" fmla="*/ 45974 h 61086"/>
                  <a:gd name="connsiteX3" fmla="*/ 7112 w 28575"/>
                  <a:gd name="connsiteY3" fmla="*/ 14859 h 61086"/>
                  <a:gd name="connsiteX4" fmla="*/ 0 w 28575"/>
                  <a:gd name="connsiteY4" fmla="*/ 3048 h 61086"/>
                  <a:gd name="connsiteX5" fmla="*/ 0 w 28575"/>
                  <a:gd name="connsiteY5" fmla="*/ 0 h 61086"/>
                  <a:gd name="connsiteX6" fmla="*/ 28575 w 28575"/>
                  <a:gd name="connsiteY6" fmla="*/ 0 h 61086"/>
                  <a:gd name="connsiteX7" fmla="*/ 28575 w 28575"/>
                  <a:gd name="connsiteY7" fmla="*/ 3429 h 61086"/>
                  <a:gd name="connsiteX8" fmla="*/ 21463 w 28575"/>
                  <a:gd name="connsiteY8" fmla="*/ 14859 h 61086"/>
                  <a:gd name="connsiteX9" fmla="*/ 21463 w 28575"/>
                  <a:gd name="connsiteY9" fmla="*/ 45974 h 61086"/>
                  <a:gd name="connsiteX10" fmla="*/ 28575 w 28575"/>
                  <a:gd name="connsiteY10" fmla="*/ 57785 h 61086"/>
                  <a:gd name="connsiteX11" fmla="*/ 28575 w 28575"/>
                  <a:gd name="connsiteY11" fmla="*/ 61087 h 61086"/>
                  <a:gd name="connsiteX12" fmla="*/ 0 w 28575"/>
                  <a:gd name="connsiteY12" fmla="*/ 61087 h 61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8575" h="61086">
                    <a:moveTo>
                      <a:pt x="0" y="60960"/>
                    </a:moveTo>
                    <a:lnTo>
                      <a:pt x="0" y="57404"/>
                    </a:lnTo>
                    <a:cubicBezTo>
                      <a:pt x="6223" y="57150"/>
                      <a:pt x="7112" y="56007"/>
                      <a:pt x="7112" y="45974"/>
                    </a:cubicBezTo>
                    <a:lnTo>
                      <a:pt x="7112" y="14859"/>
                    </a:lnTo>
                    <a:cubicBezTo>
                      <a:pt x="7112" y="4826"/>
                      <a:pt x="6604" y="3683"/>
                      <a:pt x="0" y="3048"/>
                    </a:cubicBezTo>
                    <a:lnTo>
                      <a:pt x="0" y="0"/>
                    </a:lnTo>
                    <a:lnTo>
                      <a:pt x="28575" y="0"/>
                    </a:lnTo>
                    <a:lnTo>
                      <a:pt x="28575" y="3429"/>
                    </a:lnTo>
                    <a:cubicBezTo>
                      <a:pt x="22352" y="3683"/>
                      <a:pt x="21463" y="4826"/>
                      <a:pt x="21463" y="14859"/>
                    </a:cubicBezTo>
                    <a:lnTo>
                      <a:pt x="21463" y="45974"/>
                    </a:lnTo>
                    <a:cubicBezTo>
                      <a:pt x="21463" y="56007"/>
                      <a:pt x="21971" y="57150"/>
                      <a:pt x="28575" y="57785"/>
                    </a:cubicBezTo>
                    <a:lnTo>
                      <a:pt x="28575" y="61087"/>
                    </a:lnTo>
                    <a:lnTo>
                      <a:pt x="0" y="61087"/>
                    </a:ln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39" name="자유형: 도형 38">
                <a:extLst>
                  <a:ext uri="{FF2B5EF4-FFF2-40B4-BE49-F238E27FC236}">
                    <a16:creationId xmlns:a16="http://schemas.microsoft.com/office/drawing/2014/main" id="{41403C19-0DF7-0586-CDAD-2856428AA6FA}"/>
                  </a:ext>
                </a:extLst>
              </p:cNvPr>
              <p:cNvSpPr/>
              <p:nvPr/>
            </p:nvSpPr>
            <p:spPr>
              <a:xfrm>
                <a:off x="11097387" y="658086"/>
                <a:ext cx="50545" cy="63500"/>
              </a:xfrm>
              <a:custGeom>
                <a:avLst/>
                <a:gdLst>
                  <a:gd name="connsiteX0" fmla="*/ 889 w 50545"/>
                  <a:gd name="connsiteY0" fmla="*/ 0 h 63500"/>
                  <a:gd name="connsiteX1" fmla="*/ 3302 w 50545"/>
                  <a:gd name="connsiteY1" fmla="*/ 0 h 63500"/>
                  <a:gd name="connsiteX2" fmla="*/ 8001 w 50545"/>
                  <a:gd name="connsiteY2" fmla="*/ 2540 h 63500"/>
                  <a:gd name="connsiteX3" fmla="*/ 43053 w 50545"/>
                  <a:gd name="connsiteY3" fmla="*/ 2540 h 63500"/>
                  <a:gd name="connsiteX4" fmla="*/ 47498 w 50545"/>
                  <a:gd name="connsiteY4" fmla="*/ 127 h 63500"/>
                  <a:gd name="connsiteX5" fmla="*/ 49911 w 50545"/>
                  <a:gd name="connsiteY5" fmla="*/ 127 h 63500"/>
                  <a:gd name="connsiteX6" fmla="*/ 50546 w 50545"/>
                  <a:gd name="connsiteY6" fmla="*/ 18796 h 63500"/>
                  <a:gd name="connsiteX7" fmla="*/ 46990 w 50545"/>
                  <a:gd name="connsiteY7" fmla="*/ 18796 h 63500"/>
                  <a:gd name="connsiteX8" fmla="*/ 43561 w 50545"/>
                  <a:gd name="connsiteY8" fmla="*/ 9144 h 63500"/>
                  <a:gd name="connsiteX9" fmla="*/ 34798 w 50545"/>
                  <a:gd name="connsiteY9" fmla="*/ 6731 h 63500"/>
                  <a:gd name="connsiteX10" fmla="*/ 32512 w 50545"/>
                  <a:gd name="connsiteY10" fmla="*/ 6731 h 63500"/>
                  <a:gd name="connsiteX11" fmla="*/ 32512 w 50545"/>
                  <a:gd name="connsiteY11" fmla="*/ 48387 h 63500"/>
                  <a:gd name="connsiteX12" fmla="*/ 40767 w 50545"/>
                  <a:gd name="connsiteY12" fmla="*/ 60198 h 63500"/>
                  <a:gd name="connsiteX13" fmla="*/ 40767 w 50545"/>
                  <a:gd name="connsiteY13" fmla="*/ 63500 h 63500"/>
                  <a:gd name="connsiteX14" fmla="*/ 9779 w 50545"/>
                  <a:gd name="connsiteY14" fmla="*/ 63500 h 63500"/>
                  <a:gd name="connsiteX15" fmla="*/ 9779 w 50545"/>
                  <a:gd name="connsiteY15" fmla="*/ 59944 h 63500"/>
                  <a:gd name="connsiteX16" fmla="*/ 17780 w 50545"/>
                  <a:gd name="connsiteY16" fmla="*/ 48514 h 63500"/>
                  <a:gd name="connsiteX17" fmla="*/ 17780 w 50545"/>
                  <a:gd name="connsiteY17" fmla="*/ 7239 h 63500"/>
                  <a:gd name="connsiteX18" fmla="*/ 15875 w 50545"/>
                  <a:gd name="connsiteY18" fmla="*/ 6858 h 63500"/>
                  <a:gd name="connsiteX19" fmla="*/ 6096 w 50545"/>
                  <a:gd name="connsiteY19" fmla="*/ 9779 h 63500"/>
                  <a:gd name="connsiteX20" fmla="*/ 3429 w 50545"/>
                  <a:gd name="connsiteY20" fmla="*/ 18923 h 63500"/>
                  <a:gd name="connsiteX21" fmla="*/ 0 w 50545"/>
                  <a:gd name="connsiteY21" fmla="*/ 18923 h 63500"/>
                  <a:gd name="connsiteX22" fmla="*/ 889 w 50545"/>
                  <a:gd name="connsiteY22" fmla="*/ 0 h 63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50545" h="63500">
                    <a:moveTo>
                      <a:pt x="889" y="0"/>
                    </a:moveTo>
                    <a:lnTo>
                      <a:pt x="3302" y="0"/>
                    </a:lnTo>
                    <a:cubicBezTo>
                      <a:pt x="4445" y="2159"/>
                      <a:pt x="5461" y="2540"/>
                      <a:pt x="8001" y="2540"/>
                    </a:cubicBezTo>
                    <a:lnTo>
                      <a:pt x="43053" y="2540"/>
                    </a:lnTo>
                    <a:cubicBezTo>
                      <a:pt x="45593" y="2540"/>
                      <a:pt x="46101" y="1905"/>
                      <a:pt x="47498" y="127"/>
                    </a:cubicBezTo>
                    <a:lnTo>
                      <a:pt x="49911" y="127"/>
                    </a:lnTo>
                    <a:cubicBezTo>
                      <a:pt x="49911" y="127"/>
                      <a:pt x="50546" y="18796"/>
                      <a:pt x="50546" y="18796"/>
                    </a:cubicBezTo>
                    <a:lnTo>
                      <a:pt x="46990" y="18796"/>
                    </a:lnTo>
                    <a:cubicBezTo>
                      <a:pt x="45974" y="13589"/>
                      <a:pt x="45085" y="10922"/>
                      <a:pt x="43561" y="9144"/>
                    </a:cubicBezTo>
                    <a:cubicBezTo>
                      <a:pt x="42037" y="7493"/>
                      <a:pt x="39751" y="6731"/>
                      <a:pt x="34798" y="6731"/>
                    </a:cubicBezTo>
                    <a:lnTo>
                      <a:pt x="32512" y="6731"/>
                    </a:lnTo>
                    <a:lnTo>
                      <a:pt x="32512" y="48387"/>
                    </a:lnTo>
                    <a:cubicBezTo>
                      <a:pt x="32512" y="58547"/>
                      <a:pt x="32893" y="59563"/>
                      <a:pt x="40767" y="60198"/>
                    </a:cubicBezTo>
                    <a:lnTo>
                      <a:pt x="40767" y="63500"/>
                    </a:lnTo>
                    <a:lnTo>
                      <a:pt x="9779" y="63500"/>
                    </a:lnTo>
                    <a:lnTo>
                      <a:pt x="9779" y="59944"/>
                    </a:lnTo>
                    <a:cubicBezTo>
                      <a:pt x="17018" y="59690"/>
                      <a:pt x="17780" y="58674"/>
                      <a:pt x="17780" y="48514"/>
                    </a:cubicBezTo>
                    <a:lnTo>
                      <a:pt x="17780" y="7239"/>
                    </a:lnTo>
                    <a:lnTo>
                      <a:pt x="15875" y="6858"/>
                    </a:lnTo>
                    <a:cubicBezTo>
                      <a:pt x="10414" y="6858"/>
                      <a:pt x="7874" y="7747"/>
                      <a:pt x="6096" y="9779"/>
                    </a:cubicBezTo>
                    <a:cubicBezTo>
                      <a:pt x="4826" y="11557"/>
                      <a:pt x="4445" y="14224"/>
                      <a:pt x="3429" y="18923"/>
                    </a:cubicBezTo>
                    <a:cubicBezTo>
                      <a:pt x="3429" y="18923"/>
                      <a:pt x="127" y="18923"/>
                      <a:pt x="0" y="18923"/>
                    </a:cubicBezTo>
                    <a:cubicBezTo>
                      <a:pt x="508" y="18669"/>
                      <a:pt x="889" y="0"/>
                      <a:pt x="889" y="0"/>
                    </a:cubicBez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0" name="자유형: 도형 39">
                <a:extLst>
                  <a:ext uri="{FF2B5EF4-FFF2-40B4-BE49-F238E27FC236}">
                    <a16:creationId xmlns:a16="http://schemas.microsoft.com/office/drawing/2014/main" id="{D538A381-0C4E-5834-FF76-B3CD891ED577}"/>
                  </a:ext>
                </a:extLst>
              </p:cNvPr>
              <p:cNvSpPr/>
              <p:nvPr/>
            </p:nvSpPr>
            <p:spPr>
              <a:xfrm>
                <a:off x="11149711" y="660626"/>
                <a:ext cx="56133" cy="60959"/>
              </a:xfrm>
              <a:custGeom>
                <a:avLst/>
                <a:gdLst>
                  <a:gd name="connsiteX0" fmla="*/ 40894 w 56133"/>
                  <a:gd name="connsiteY0" fmla="*/ 7874 h 60959"/>
                  <a:gd name="connsiteX1" fmla="*/ 41275 w 56133"/>
                  <a:gd name="connsiteY1" fmla="*/ 4572 h 60959"/>
                  <a:gd name="connsiteX2" fmla="*/ 38481 w 56133"/>
                  <a:gd name="connsiteY2" fmla="*/ 3429 h 60959"/>
                  <a:gd name="connsiteX3" fmla="*/ 34925 w 56133"/>
                  <a:gd name="connsiteY3" fmla="*/ 3175 h 60959"/>
                  <a:gd name="connsiteX4" fmla="*/ 34925 w 56133"/>
                  <a:gd name="connsiteY4" fmla="*/ 0 h 60959"/>
                  <a:gd name="connsiteX5" fmla="*/ 56134 w 56133"/>
                  <a:gd name="connsiteY5" fmla="*/ 0 h 60959"/>
                  <a:gd name="connsiteX6" fmla="*/ 56134 w 56133"/>
                  <a:gd name="connsiteY6" fmla="*/ 3175 h 60959"/>
                  <a:gd name="connsiteX7" fmla="*/ 46482 w 56133"/>
                  <a:gd name="connsiteY7" fmla="*/ 10414 h 60959"/>
                  <a:gd name="connsiteX8" fmla="*/ 37084 w 56133"/>
                  <a:gd name="connsiteY8" fmla="*/ 28448 h 60959"/>
                  <a:gd name="connsiteX9" fmla="*/ 35306 w 56133"/>
                  <a:gd name="connsiteY9" fmla="*/ 36449 h 60959"/>
                  <a:gd name="connsiteX10" fmla="*/ 35306 w 56133"/>
                  <a:gd name="connsiteY10" fmla="*/ 45847 h 60959"/>
                  <a:gd name="connsiteX11" fmla="*/ 43561 w 56133"/>
                  <a:gd name="connsiteY11" fmla="*/ 57658 h 60959"/>
                  <a:gd name="connsiteX12" fmla="*/ 43561 w 56133"/>
                  <a:gd name="connsiteY12" fmla="*/ 60960 h 60959"/>
                  <a:gd name="connsiteX13" fmla="*/ 12954 w 56133"/>
                  <a:gd name="connsiteY13" fmla="*/ 60960 h 60959"/>
                  <a:gd name="connsiteX14" fmla="*/ 12954 w 56133"/>
                  <a:gd name="connsiteY14" fmla="*/ 57658 h 60959"/>
                  <a:gd name="connsiteX15" fmla="*/ 20828 w 56133"/>
                  <a:gd name="connsiteY15" fmla="*/ 45974 h 60959"/>
                  <a:gd name="connsiteX16" fmla="*/ 20828 w 56133"/>
                  <a:gd name="connsiteY16" fmla="*/ 37846 h 60959"/>
                  <a:gd name="connsiteX17" fmla="*/ 19685 w 56133"/>
                  <a:gd name="connsiteY17" fmla="*/ 31750 h 60959"/>
                  <a:gd name="connsiteX18" fmla="*/ 8636 w 56133"/>
                  <a:gd name="connsiteY18" fmla="*/ 10414 h 60959"/>
                  <a:gd name="connsiteX19" fmla="*/ 0 w 56133"/>
                  <a:gd name="connsiteY19" fmla="*/ 3175 h 60959"/>
                  <a:gd name="connsiteX20" fmla="*/ 0 w 56133"/>
                  <a:gd name="connsiteY20" fmla="*/ 0 h 60959"/>
                  <a:gd name="connsiteX21" fmla="*/ 27305 w 56133"/>
                  <a:gd name="connsiteY21" fmla="*/ 0 h 60959"/>
                  <a:gd name="connsiteX22" fmla="*/ 27305 w 56133"/>
                  <a:gd name="connsiteY22" fmla="*/ 3175 h 60959"/>
                  <a:gd name="connsiteX23" fmla="*/ 23749 w 56133"/>
                  <a:gd name="connsiteY23" fmla="*/ 3556 h 60959"/>
                  <a:gd name="connsiteX24" fmla="*/ 21971 w 56133"/>
                  <a:gd name="connsiteY24" fmla="*/ 4445 h 60959"/>
                  <a:gd name="connsiteX25" fmla="*/ 22479 w 56133"/>
                  <a:gd name="connsiteY25" fmla="*/ 7366 h 60959"/>
                  <a:gd name="connsiteX26" fmla="*/ 32258 w 56133"/>
                  <a:gd name="connsiteY26" fmla="*/ 27940 h 60959"/>
                  <a:gd name="connsiteX27" fmla="*/ 40894 w 56133"/>
                  <a:gd name="connsiteY27" fmla="*/ 7874 h 60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56133" h="60959">
                    <a:moveTo>
                      <a:pt x="40894" y="7874"/>
                    </a:moveTo>
                    <a:cubicBezTo>
                      <a:pt x="41402" y="6604"/>
                      <a:pt x="41783" y="5334"/>
                      <a:pt x="41275" y="4572"/>
                    </a:cubicBezTo>
                    <a:cubicBezTo>
                      <a:pt x="40894" y="3937"/>
                      <a:pt x="40005" y="3556"/>
                      <a:pt x="38481" y="3429"/>
                    </a:cubicBezTo>
                    <a:lnTo>
                      <a:pt x="34925" y="3175"/>
                    </a:lnTo>
                    <a:lnTo>
                      <a:pt x="34925" y="0"/>
                    </a:lnTo>
                    <a:lnTo>
                      <a:pt x="56134" y="0"/>
                    </a:lnTo>
                    <a:lnTo>
                      <a:pt x="56134" y="3175"/>
                    </a:lnTo>
                    <a:cubicBezTo>
                      <a:pt x="51308" y="3429"/>
                      <a:pt x="49530" y="4826"/>
                      <a:pt x="46482" y="10414"/>
                    </a:cubicBezTo>
                    <a:lnTo>
                      <a:pt x="37084" y="28448"/>
                    </a:lnTo>
                    <a:cubicBezTo>
                      <a:pt x="35560" y="31750"/>
                      <a:pt x="35306" y="32385"/>
                      <a:pt x="35306" y="36449"/>
                    </a:cubicBezTo>
                    <a:lnTo>
                      <a:pt x="35306" y="45847"/>
                    </a:lnTo>
                    <a:cubicBezTo>
                      <a:pt x="35306" y="56007"/>
                      <a:pt x="35814" y="57023"/>
                      <a:pt x="43561" y="57658"/>
                    </a:cubicBezTo>
                    <a:lnTo>
                      <a:pt x="43561" y="60960"/>
                    </a:lnTo>
                    <a:lnTo>
                      <a:pt x="12954" y="60960"/>
                    </a:lnTo>
                    <a:lnTo>
                      <a:pt x="12954" y="57658"/>
                    </a:lnTo>
                    <a:cubicBezTo>
                      <a:pt x="19939" y="57404"/>
                      <a:pt x="20828" y="56134"/>
                      <a:pt x="20828" y="45974"/>
                    </a:cubicBezTo>
                    <a:cubicBezTo>
                      <a:pt x="20828" y="45974"/>
                      <a:pt x="20828" y="40513"/>
                      <a:pt x="20828" y="37846"/>
                    </a:cubicBezTo>
                    <a:cubicBezTo>
                      <a:pt x="20828" y="35179"/>
                      <a:pt x="19685" y="31750"/>
                      <a:pt x="19685" y="31750"/>
                    </a:cubicBezTo>
                    <a:lnTo>
                      <a:pt x="8636" y="10414"/>
                    </a:lnTo>
                    <a:cubicBezTo>
                      <a:pt x="5334" y="4318"/>
                      <a:pt x="4318" y="3810"/>
                      <a:pt x="0" y="3175"/>
                    </a:cubicBezTo>
                    <a:lnTo>
                      <a:pt x="0" y="0"/>
                    </a:lnTo>
                    <a:lnTo>
                      <a:pt x="27305" y="0"/>
                    </a:lnTo>
                    <a:cubicBezTo>
                      <a:pt x="27305" y="0"/>
                      <a:pt x="27305" y="3175"/>
                      <a:pt x="27305" y="3175"/>
                    </a:cubicBezTo>
                    <a:cubicBezTo>
                      <a:pt x="27305" y="2921"/>
                      <a:pt x="23749" y="3556"/>
                      <a:pt x="23749" y="3556"/>
                    </a:cubicBezTo>
                    <a:cubicBezTo>
                      <a:pt x="22733" y="3683"/>
                      <a:pt x="22225" y="4064"/>
                      <a:pt x="21971" y="4445"/>
                    </a:cubicBezTo>
                    <a:cubicBezTo>
                      <a:pt x="21590" y="5207"/>
                      <a:pt x="21971" y="6096"/>
                      <a:pt x="22479" y="7366"/>
                    </a:cubicBezTo>
                    <a:lnTo>
                      <a:pt x="32258" y="27940"/>
                    </a:lnTo>
                    <a:lnTo>
                      <a:pt x="40894" y="7874"/>
                    </a:lnTo>
                    <a:close/>
                  </a:path>
                </a:pathLst>
              </a:custGeom>
              <a:solidFill>
                <a:srgbClr val="231F2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  <p:grpSp>
          <p:nvGrpSpPr>
            <p:cNvPr id="41" name="그래픽 4">
              <a:extLst>
                <a:ext uri="{FF2B5EF4-FFF2-40B4-BE49-F238E27FC236}">
                  <a16:creationId xmlns:a16="http://schemas.microsoft.com/office/drawing/2014/main" id="{EA6AB8C8-5C1F-E1DE-3307-000DC1A50023}"/>
                </a:ext>
              </a:extLst>
            </p:cNvPr>
            <p:cNvGrpSpPr/>
            <p:nvPr/>
          </p:nvGrpSpPr>
          <p:grpSpPr>
            <a:xfrm>
              <a:off x="9966399" y="428343"/>
              <a:ext cx="263568" cy="382524"/>
              <a:chOff x="9966399" y="428343"/>
              <a:chExt cx="263568" cy="382524"/>
            </a:xfrm>
          </p:grpSpPr>
          <p:sp>
            <p:nvSpPr>
              <p:cNvPr id="42" name="자유형: 도형 41">
                <a:extLst>
                  <a:ext uri="{FF2B5EF4-FFF2-40B4-BE49-F238E27FC236}">
                    <a16:creationId xmlns:a16="http://schemas.microsoft.com/office/drawing/2014/main" id="{622E89C6-D1E9-0043-0492-60D9328C5E17}"/>
                  </a:ext>
                </a:extLst>
              </p:cNvPr>
              <p:cNvSpPr/>
              <p:nvPr/>
            </p:nvSpPr>
            <p:spPr>
              <a:xfrm>
                <a:off x="9966399" y="428343"/>
                <a:ext cx="263568" cy="382524"/>
              </a:xfrm>
              <a:custGeom>
                <a:avLst/>
                <a:gdLst>
                  <a:gd name="connsiteX0" fmla="*/ 255070 w 263568"/>
                  <a:gd name="connsiteY0" fmla="*/ 202819 h 382524"/>
                  <a:gd name="connsiteX1" fmla="*/ 252783 w 263568"/>
                  <a:gd name="connsiteY1" fmla="*/ 42799 h 382524"/>
                  <a:gd name="connsiteX2" fmla="*/ 213668 w 263568"/>
                  <a:gd name="connsiteY2" fmla="*/ 0 h 382524"/>
                  <a:gd name="connsiteX3" fmla="*/ 49965 w 263568"/>
                  <a:gd name="connsiteY3" fmla="*/ 0 h 382524"/>
                  <a:gd name="connsiteX4" fmla="*/ 10848 w 263568"/>
                  <a:gd name="connsiteY4" fmla="*/ 42799 h 382524"/>
                  <a:gd name="connsiteX5" fmla="*/ 8563 w 263568"/>
                  <a:gd name="connsiteY5" fmla="*/ 202819 h 382524"/>
                  <a:gd name="connsiteX6" fmla="*/ 13134 w 263568"/>
                  <a:gd name="connsiteY6" fmla="*/ 297434 h 382524"/>
                  <a:gd name="connsiteX7" fmla="*/ 131753 w 263568"/>
                  <a:gd name="connsiteY7" fmla="*/ 382524 h 382524"/>
                  <a:gd name="connsiteX8" fmla="*/ 131753 w 263568"/>
                  <a:gd name="connsiteY8" fmla="*/ 382143 h 382524"/>
                  <a:gd name="connsiteX9" fmla="*/ 131753 w 263568"/>
                  <a:gd name="connsiteY9" fmla="*/ 382524 h 382524"/>
                  <a:gd name="connsiteX10" fmla="*/ 250370 w 263568"/>
                  <a:gd name="connsiteY10" fmla="*/ 297434 h 382524"/>
                  <a:gd name="connsiteX11" fmla="*/ 255070 w 263568"/>
                  <a:gd name="connsiteY11" fmla="*/ 202819 h 3825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63568" h="382524">
                    <a:moveTo>
                      <a:pt x="255070" y="202819"/>
                    </a:moveTo>
                    <a:cubicBezTo>
                      <a:pt x="221160" y="115189"/>
                      <a:pt x="252783" y="42799"/>
                      <a:pt x="252783" y="42799"/>
                    </a:cubicBezTo>
                    <a:lnTo>
                      <a:pt x="213668" y="0"/>
                    </a:lnTo>
                    <a:lnTo>
                      <a:pt x="49965" y="0"/>
                    </a:lnTo>
                    <a:lnTo>
                      <a:pt x="10848" y="42799"/>
                    </a:lnTo>
                    <a:cubicBezTo>
                      <a:pt x="10848" y="42799"/>
                      <a:pt x="42598" y="115189"/>
                      <a:pt x="8563" y="202819"/>
                    </a:cubicBezTo>
                    <a:cubicBezTo>
                      <a:pt x="2720" y="217805"/>
                      <a:pt x="-9471" y="260604"/>
                      <a:pt x="13134" y="297434"/>
                    </a:cubicBezTo>
                    <a:cubicBezTo>
                      <a:pt x="39043" y="339598"/>
                      <a:pt x="101400" y="366522"/>
                      <a:pt x="131753" y="382524"/>
                    </a:cubicBezTo>
                    <a:lnTo>
                      <a:pt x="131753" y="382143"/>
                    </a:lnTo>
                    <a:lnTo>
                      <a:pt x="131753" y="382524"/>
                    </a:lnTo>
                    <a:cubicBezTo>
                      <a:pt x="162233" y="366649"/>
                      <a:pt x="224590" y="339598"/>
                      <a:pt x="250370" y="297434"/>
                    </a:cubicBezTo>
                    <a:cubicBezTo>
                      <a:pt x="273104" y="260604"/>
                      <a:pt x="260784" y="217805"/>
                      <a:pt x="255070" y="202819"/>
                    </a:cubicBezTo>
                    <a:close/>
                  </a:path>
                </a:pathLst>
              </a:custGeom>
              <a:solidFill>
                <a:srgbClr val="B3B5B8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grpSp>
            <p:nvGrpSpPr>
              <p:cNvPr id="43" name="그래픽 4">
                <a:extLst>
                  <a:ext uri="{FF2B5EF4-FFF2-40B4-BE49-F238E27FC236}">
                    <a16:creationId xmlns:a16="http://schemas.microsoft.com/office/drawing/2014/main" id="{37C8741D-26E2-EDD8-80F3-D976599F862B}"/>
                  </a:ext>
                </a:extLst>
              </p:cNvPr>
              <p:cNvGrpSpPr/>
              <p:nvPr/>
            </p:nvGrpSpPr>
            <p:grpSpPr>
              <a:xfrm>
                <a:off x="9979915" y="441550"/>
                <a:ext cx="236601" cy="354330"/>
                <a:chOff x="9979915" y="441550"/>
                <a:chExt cx="236601" cy="354330"/>
              </a:xfrm>
              <a:solidFill>
                <a:srgbClr val="B11116"/>
              </a:solidFill>
            </p:grpSpPr>
            <p:sp>
              <p:nvSpPr>
                <p:cNvPr id="44" name="자유형: 도형 43">
                  <a:extLst>
                    <a:ext uri="{FF2B5EF4-FFF2-40B4-BE49-F238E27FC236}">
                      <a16:creationId xmlns:a16="http://schemas.microsoft.com/office/drawing/2014/main" id="{7F3F4529-9225-6394-7580-C20153D616B1}"/>
                    </a:ext>
                  </a:extLst>
                </p:cNvPr>
                <p:cNvSpPr/>
                <p:nvPr/>
              </p:nvSpPr>
              <p:spPr>
                <a:xfrm>
                  <a:off x="9979915" y="441550"/>
                  <a:ext cx="236601" cy="219710"/>
                </a:xfrm>
                <a:custGeom>
                  <a:avLst/>
                  <a:gdLst>
                    <a:gd name="connsiteX0" fmla="*/ 2413 w 236601"/>
                    <a:gd name="connsiteY0" fmla="*/ 217170 h 219710"/>
                    <a:gd name="connsiteX1" fmla="*/ 118237 w 236601"/>
                    <a:gd name="connsiteY1" fmla="*/ 104648 h 219710"/>
                    <a:gd name="connsiteX2" fmla="*/ 236601 w 236601"/>
                    <a:gd name="connsiteY2" fmla="*/ 219710 h 219710"/>
                    <a:gd name="connsiteX3" fmla="*/ 235839 w 236601"/>
                    <a:gd name="connsiteY3" fmla="*/ 216154 h 219710"/>
                    <a:gd name="connsiteX4" fmla="*/ 230124 w 236601"/>
                    <a:gd name="connsiteY4" fmla="*/ 196088 h 219710"/>
                    <a:gd name="connsiteX5" fmla="*/ 212725 w 236601"/>
                    <a:gd name="connsiteY5" fmla="*/ 102108 h 219710"/>
                    <a:gd name="connsiteX6" fmla="*/ 223393 w 236601"/>
                    <a:gd name="connsiteY6" fmla="*/ 31877 h 219710"/>
                    <a:gd name="connsiteX7" fmla="*/ 193167 w 236601"/>
                    <a:gd name="connsiteY7" fmla="*/ 0 h 219710"/>
                    <a:gd name="connsiteX8" fmla="*/ 43434 w 236601"/>
                    <a:gd name="connsiteY8" fmla="*/ 0 h 219710"/>
                    <a:gd name="connsiteX9" fmla="*/ 13208 w 236601"/>
                    <a:gd name="connsiteY9" fmla="*/ 31877 h 219710"/>
                    <a:gd name="connsiteX10" fmla="*/ 23876 w 236601"/>
                    <a:gd name="connsiteY10" fmla="*/ 102108 h 219710"/>
                    <a:gd name="connsiteX11" fmla="*/ 6477 w 236601"/>
                    <a:gd name="connsiteY11" fmla="*/ 196088 h 219710"/>
                    <a:gd name="connsiteX12" fmla="*/ 635 w 236601"/>
                    <a:gd name="connsiteY12" fmla="*/ 216154 h 219710"/>
                    <a:gd name="connsiteX13" fmla="*/ 0 w 236601"/>
                    <a:gd name="connsiteY13" fmla="*/ 219583 h 219710"/>
                    <a:gd name="connsiteX14" fmla="*/ 2413 w 236601"/>
                    <a:gd name="connsiteY14" fmla="*/ 217170 h 21971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236601" h="219710">
                      <a:moveTo>
                        <a:pt x="2413" y="217170"/>
                      </a:moveTo>
                      <a:lnTo>
                        <a:pt x="118237" y="104648"/>
                      </a:lnTo>
                      <a:lnTo>
                        <a:pt x="236601" y="219710"/>
                      </a:lnTo>
                      <a:cubicBezTo>
                        <a:pt x="236220" y="217424"/>
                        <a:pt x="235839" y="216154"/>
                        <a:pt x="235839" y="216154"/>
                      </a:cubicBezTo>
                      <a:cubicBezTo>
                        <a:pt x="234188" y="209677"/>
                        <a:pt x="232156" y="203073"/>
                        <a:pt x="230124" y="196088"/>
                      </a:cubicBezTo>
                      <a:cubicBezTo>
                        <a:pt x="222631" y="171196"/>
                        <a:pt x="212725" y="143002"/>
                        <a:pt x="212725" y="102108"/>
                      </a:cubicBezTo>
                      <a:cubicBezTo>
                        <a:pt x="212725" y="78359"/>
                        <a:pt x="217551" y="59436"/>
                        <a:pt x="223393" y="31877"/>
                      </a:cubicBezTo>
                      <a:cubicBezTo>
                        <a:pt x="216789" y="24765"/>
                        <a:pt x="198882" y="6223"/>
                        <a:pt x="193167" y="0"/>
                      </a:cubicBezTo>
                      <a:cubicBezTo>
                        <a:pt x="181610" y="0"/>
                        <a:pt x="54991" y="0"/>
                        <a:pt x="43434" y="0"/>
                      </a:cubicBezTo>
                      <a:cubicBezTo>
                        <a:pt x="37719" y="6223"/>
                        <a:pt x="19685" y="24765"/>
                        <a:pt x="13208" y="31877"/>
                      </a:cubicBezTo>
                      <a:cubicBezTo>
                        <a:pt x="19177" y="59436"/>
                        <a:pt x="23876" y="78359"/>
                        <a:pt x="23876" y="102108"/>
                      </a:cubicBezTo>
                      <a:cubicBezTo>
                        <a:pt x="23876" y="143129"/>
                        <a:pt x="13970" y="171323"/>
                        <a:pt x="6477" y="196088"/>
                      </a:cubicBezTo>
                      <a:cubicBezTo>
                        <a:pt x="4318" y="203073"/>
                        <a:pt x="2286" y="209677"/>
                        <a:pt x="635" y="216154"/>
                      </a:cubicBezTo>
                      <a:cubicBezTo>
                        <a:pt x="635" y="216154"/>
                        <a:pt x="381" y="217424"/>
                        <a:pt x="0" y="219583"/>
                      </a:cubicBezTo>
                      <a:lnTo>
                        <a:pt x="2413" y="217170"/>
                      </a:lnTo>
                      <a:close/>
                    </a:path>
                  </a:pathLst>
                </a:custGeom>
                <a:solidFill>
                  <a:srgbClr val="B11116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5" name="자유형: 도형 44">
                  <a:extLst>
                    <a:ext uri="{FF2B5EF4-FFF2-40B4-BE49-F238E27FC236}">
                      <a16:creationId xmlns:a16="http://schemas.microsoft.com/office/drawing/2014/main" id="{CD7555AC-FDC6-0E38-1DCD-3D689A9F2736}"/>
                    </a:ext>
                  </a:extLst>
                </p:cNvPr>
                <p:cNvSpPr/>
                <p:nvPr/>
              </p:nvSpPr>
              <p:spPr>
                <a:xfrm>
                  <a:off x="9986772" y="605762"/>
                  <a:ext cx="222504" cy="190119"/>
                </a:xfrm>
                <a:custGeom>
                  <a:avLst/>
                  <a:gdLst>
                    <a:gd name="connsiteX0" fmla="*/ 111252 w 222504"/>
                    <a:gd name="connsiteY0" fmla="*/ 0 h 190119"/>
                    <a:gd name="connsiteX1" fmla="*/ 0 w 222504"/>
                    <a:gd name="connsiteY1" fmla="*/ 105156 h 190119"/>
                    <a:gd name="connsiteX2" fmla="*/ 9652 w 222504"/>
                    <a:gd name="connsiteY2" fmla="*/ 121158 h 190119"/>
                    <a:gd name="connsiteX3" fmla="*/ 85852 w 222504"/>
                    <a:gd name="connsiteY3" fmla="*/ 177546 h 190119"/>
                    <a:gd name="connsiteX4" fmla="*/ 111252 w 222504"/>
                    <a:gd name="connsiteY4" fmla="*/ 190119 h 190119"/>
                    <a:gd name="connsiteX5" fmla="*/ 111252 w 222504"/>
                    <a:gd name="connsiteY5" fmla="*/ 190119 h 190119"/>
                    <a:gd name="connsiteX6" fmla="*/ 111252 w 222504"/>
                    <a:gd name="connsiteY6" fmla="*/ 190119 h 190119"/>
                    <a:gd name="connsiteX7" fmla="*/ 111252 w 222504"/>
                    <a:gd name="connsiteY7" fmla="*/ 190119 h 190119"/>
                    <a:gd name="connsiteX8" fmla="*/ 111252 w 222504"/>
                    <a:gd name="connsiteY8" fmla="*/ 190119 h 190119"/>
                    <a:gd name="connsiteX9" fmla="*/ 111252 w 222504"/>
                    <a:gd name="connsiteY9" fmla="*/ 190119 h 190119"/>
                    <a:gd name="connsiteX10" fmla="*/ 136652 w 222504"/>
                    <a:gd name="connsiteY10" fmla="*/ 177546 h 190119"/>
                    <a:gd name="connsiteX11" fmla="*/ 212852 w 222504"/>
                    <a:gd name="connsiteY11" fmla="*/ 121158 h 190119"/>
                    <a:gd name="connsiteX12" fmla="*/ 222504 w 222504"/>
                    <a:gd name="connsiteY12" fmla="*/ 105283 h 190119"/>
                    <a:gd name="connsiteX13" fmla="*/ 111252 w 222504"/>
                    <a:gd name="connsiteY13" fmla="*/ 0 h 1901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</a:cxnLst>
                  <a:rect l="l" t="t" r="r" b="b"/>
                  <a:pathLst>
                    <a:path w="222504" h="190119">
                      <a:moveTo>
                        <a:pt x="111252" y="0"/>
                      </a:moveTo>
                      <a:lnTo>
                        <a:pt x="0" y="105156"/>
                      </a:lnTo>
                      <a:cubicBezTo>
                        <a:pt x="2413" y="110490"/>
                        <a:pt x="5588" y="115824"/>
                        <a:pt x="9652" y="121158"/>
                      </a:cubicBezTo>
                      <a:cubicBezTo>
                        <a:pt x="27813" y="145288"/>
                        <a:pt x="60072" y="163957"/>
                        <a:pt x="85852" y="177546"/>
                      </a:cubicBezTo>
                      <a:cubicBezTo>
                        <a:pt x="96266" y="183007"/>
                        <a:pt x="104648" y="185801"/>
                        <a:pt x="111252" y="190119"/>
                      </a:cubicBezTo>
                      <a:lnTo>
                        <a:pt x="111252" y="190119"/>
                      </a:lnTo>
                      <a:cubicBezTo>
                        <a:pt x="111252" y="190119"/>
                        <a:pt x="111252" y="190119"/>
                        <a:pt x="111252" y="190119"/>
                      </a:cubicBezTo>
                      <a:cubicBezTo>
                        <a:pt x="111252" y="190119"/>
                        <a:pt x="111252" y="190119"/>
                        <a:pt x="111252" y="190119"/>
                      </a:cubicBezTo>
                      <a:cubicBezTo>
                        <a:pt x="111252" y="190119"/>
                        <a:pt x="111252" y="190119"/>
                        <a:pt x="111252" y="190119"/>
                      </a:cubicBezTo>
                      <a:lnTo>
                        <a:pt x="111252" y="190119"/>
                      </a:lnTo>
                      <a:cubicBezTo>
                        <a:pt x="117856" y="185801"/>
                        <a:pt x="126238" y="182880"/>
                        <a:pt x="136652" y="177546"/>
                      </a:cubicBezTo>
                      <a:cubicBezTo>
                        <a:pt x="162434" y="163957"/>
                        <a:pt x="194691" y="145415"/>
                        <a:pt x="212852" y="121158"/>
                      </a:cubicBezTo>
                      <a:cubicBezTo>
                        <a:pt x="216916" y="115951"/>
                        <a:pt x="220091" y="110490"/>
                        <a:pt x="222504" y="105283"/>
                      </a:cubicBezTo>
                      <a:lnTo>
                        <a:pt x="111252" y="0"/>
                      </a:lnTo>
                      <a:close/>
                    </a:path>
                  </a:pathLst>
                </a:custGeom>
                <a:solidFill>
                  <a:srgbClr val="B11116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grpSp>
            <p:nvGrpSpPr>
              <p:cNvPr id="46" name="그래픽 4">
                <a:extLst>
                  <a:ext uri="{FF2B5EF4-FFF2-40B4-BE49-F238E27FC236}">
                    <a16:creationId xmlns:a16="http://schemas.microsoft.com/office/drawing/2014/main" id="{C09E180A-31A1-BCDB-97ED-E8ABBFD365B6}"/>
                  </a:ext>
                </a:extLst>
              </p:cNvPr>
              <p:cNvGrpSpPr/>
              <p:nvPr/>
            </p:nvGrpSpPr>
            <p:grpSpPr>
              <a:xfrm>
                <a:off x="10020301" y="472539"/>
                <a:ext cx="95250" cy="48640"/>
                <a:chOff x="10020301" y="472539"/>
                <a:chExt cx="95250" cy="48640"/>
              </a:xfrm>
              <a:solidFill>
                <a:srgbClr val="B3B5B8"/>
              </a:solidFill>
            </p:grpSpPr>
            <p:sp>
              <p:nvSpPr>
                <p:cNvPr id="47" name="자유형: 도형 46">
                  <a:extLst>
                    <a:ext uri="{FF2B5EF4-FFF2-40B4-BE49-F238E27FC236}">
                      <a16:creationId xmlns:a16="http://schemas.microsoft.com/office/drawing/2014/main" id="{EE9A4F2C-66C1-299F-B8E5-7D12A1615097}"/>
                    </a:ext>
                  </a:extLst>
                </p:cNvPr>
                <p:cNvSpPr/>
                <p:nvPr/>
              </p:nvSpPr>
              <p:spPr>
                <a:xfrm>
                  <a:off x="10020301" y="473300"/>
                  <a:ext cx="13461" cy="46609"/>
                </a:xfrm>
                <a:custGeom>
                  <a:avLst/>
                  <a:gdLst>
                    <a:gd name="connsiteX0" fmla="*/ 3048 w 13461"/>
                    <a:gd name="connsiteY0" fmla="*/ 5080 h 46609"/>
                    <a:gd name="connsiteX1" fmla="*/ 0 w 13461"/>
                    <a:gd name="connsiteY1" fmla="*/ 1016 h 46609"/>
                    <a:gd name="connsiteX2" fmla="*/ 0 w 13461"/>
                    <a:gd name="connsiteY2" fmla="*/ 0 h 46609"/>
                    <a:gd name="connsiteX3" fmla="*/ 13462 w 13461"/>
                    <a:gd name="connsiteY3" fmla="*/ 0 h 46609"/>
                    <a:gd name="connsiteX4" fmla="*/ 13462 w 13461"/>
                    <a:gd name="connsiteY4" fmla="*/ 1016 h 46609"/>
                    <a:gd name="connsiteX5" fmla="*/ 10414 w 13461"/>
                    <a:gd name="connsiteY5" fmla="*/ 5080 h 46609"/>
                    <a:gd name="connsiteX6" fmla="*/ 10414 w 13461"/>
                    <a:gd name="connsiteY6" fmla="*/ 41402 h 46609"/>
                    <a:gd name="connsiteX7" fmla="*/ 13335 w 13461"/>
                    <a:gd name="connsiteY7" fmla="*/ 45466 h 46609"/>
                    <a:gd name="connsiteX8" fmla="*/ 13335 w 13461"/>
                    <a:gd name="connsiteY8" fmla="*/ 46609 h 46609"/>
                    <a:gd name="connsiteX9" fmla="*/ 0 w 13461"/>
                    <a:gd name="connsiteY9" fmla="*/ 46609 h 46609"/>
                    <a:gd name="connsiteX10" fmla="*/ 0 w 13461"/>
                    <a:gd name="connsiteY10" fmla="*/ 45720 h 46609"/>
                    <a:gd name="connsiteX11" fmla="*/ 3048 w 13461"/>
                    <a:gd name="connsiteY11" fmla="*/ 41656 h 46609"/>
                    <a:gd name="connsiteX12" fmla="*/ 3048 w 13461"/>
                    <a:gd name="connsiteY12" fmla="*/ 5080 h 466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13461" h="46609">
                      <a:moveTo>
                        <a:pt x="3048" y="5080"/>
                      </a:moveTo>
                      <a:cubicBezTo>
                        <a:pt x="3048" y="2159"/>
                        <a:pt x="2667" y="1270"/>
                        <a:pt x="0" y="1016"/>
                      </a:cubicBezTo>
                      <a:lnTo>
                        <a:pt x="0" y="0"/>
                      </a:lnTo>
                      <a:lnTo>
                        <a:pt x="13462" y="0"/>
                      </a:lnTo>
                      <a:lnTo>
                        <a:pt x="13462" y="1016"/>
                      </a:lnTo>
                      <a:cubicBezTo>
                        <a:pt x="10795" y="1270"/>
                        <a:pt x="10414" y="2159"/>
                        <a:pt x="10414" y="5080"/>
                      </a:cubicBezTo>
                      <a:lnTo>
                        <a:pt x="10414" y="41402"/>
                      </a:lnTo>
                      <a:cubicBezTo>
                        <a:pt x="10414" y="44323"/>
                        <a:pt x="10668" y="45212"/>
                        <a:pt x="13335" y="45466"/>
                      </a:cubicBezTo>
                      <a:lnTo>
                        <a:pt x="13335" y="46609"/>
                      </a:lnTo>
                      <a:lnTo>
                        <a:pt x="0" y="46609"/>
                      </a:lnTo>
                      <a:lnTo>
                        <a:pt x="0" y="45720"/>
                      </a:lnTo>
                      <a:cubicBezTo>
                        <a:pt x="2667" y="45466"/>
                        <a:pt x="3048" y="44577"/>
                        <a:pt x="3048" y="41656"/>
                      </a:cubicBezTo>
                      <a:lnTo>
                        <a:pt x="3048" y="5080"/>
                      </a:lnTo>
                      <a:close/>
                    </a:path>
                  </a:pathLst>
                </a:custGeom>
                <a:solidFill>
                  <a:srgbClr val="B3B5B8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8" name="자유형: 도형 47">
                  <a:extLst>
                    <a:ext uri="{FF2B5EF4-FFF2-40B4-BE49-F238E27FC236}">
                      <a16:creationId xmlns:a16="http://schemas.microsoft.com/office/drawing/2014/main" id="{C92E1C39-6184-101A-0829-0DB33EA24780}"/>
                    </a:ext>
                  </a:extLst>
                </p:cNvPr>
                <p:cNvSpPr/>
                <p:nvPr/>
              </p:nvSpPr>
              <p:spPr>
                <a:xfrm>
                  <a:off x="10043033" y="473300"/>
                  <a:ext cx="38227" cy="46735"/>
                </a:xfrm>
                <a:custGeom>
                  <a:avLst/>
                  <a:gdLst>
                    <a:gd name="connsiteX0" fmla="*/ 28067 w 38227"/>
                    <a:gd name="connsiteY0" fmla="*/ 20447 h 46735"/>
                    <a:gd name="connsiteX1" fmla="*/ 28067 w 38227"/>
                    <a:gd name="connsiteY1" fmla="*/ 5334 h 46735"/>
                    <a:gd name="connsiteX2" fmla="*/ 25781 w 38227"/>
                    <a:gd name="connsiteY2" fmla="*/ 1270 h 46735"/>
                    <a:gd name="connsiteX3" fmla="*/ 25781 w 38227"/>
                    <a:gd name="connsiteY3" fmla="*/ 0 h 46735"/>
                    <a:gd name="connsiteX4" fmla="*/ 38227 w 38227"/>
                    <a:gd name="connsiteY4" fmla="*/ 0 h 46735"/>
                    <a:gd name="connsiteX5" fmla="*/ 38227 w 38227"/>
                    <a:gd name="connsiteY5" fmla="*/ 1143 h 46735"/>
                    <a:gd name="connsiteX6" fmla="*/ 35179 w 38227"/>
                    <a:gd name="connsiteY6" fmla="*/ 5207 h 46735"/>
                    <a:gd name="connsiteX7" fmla="*/ 35179 w 38227"/>
                    <a:gd name="connsiteY7" fmla="*/ 41402 h 46735"/>
                    <a:gd name="connsiteX8" fmla="*/ 38227 w 38227"/>
                    <a:gd name="connsiteY8" fmla="*/ 45466 h 46735"/>
                    <a:gd name="connsiteX9" fmla="*/ 38227 w 38227"/>
                    <a:gd name="connsiteY9" fmla="*/ 46609 h 46735"/>
                    <a:gd name="connsiteX10" fmla="*/ 25147 w 38227"/>
                    <a:gd name="connsiteY10" fmla="*/ 46609 h 46735"/>
                    <a:gd name="connsiteX11" fmla="*/ 25147 w 38227"/>
                    <a:gd name="connsiteY11" fmla="*/ 45720 h 46735"/>
                    <a:gd name="connsiteX12" fmla="*/ 28067 w 38227"/>
                    <a:gd name="connsiteY12" fmla="*/ 41656 h 46735"/>
                    <a:gd name="connsiteX13" fmla="*/ 28067 w 38227"/>
                    <a:gd name="connsiteY13" fmla="*/ 23749 h 46735"/>
                    <a:gd name="connsiteX14" fmla="*/ 10287 w 38227"/>
                    <a:gd name="connsiteY14" fmla="*/ 23749 h 46735"/>
                    <a:gd name="connsiteX15" fmla="*/ 10287 w 38227"/>
                    <a:gd name="connsiteY15" fmla="*/ 41656 h 46735"/>
                    <a:gd name="connsiteX16" fmla="*/ 12954 w 38227"/>
                    <a:gd name="connsiteY16" fmla="*/ 45720 h 46735"/>
                    <a:gd name="connsiteX17" fmla="*/ 12954 w 38227"/>
                    <a:gd name="connsiteY17" fmla="*/ 46736 h 46735"/>
                    <a:gd name="connsiteX18" fmla="*/ 0 w 38227"/>
                    <a:gd name="connsiteY18" fmla="*/ 46736 h 46735"/>
                    <a:gd name="connsiteX19" fmla="*/ 0 w 38227"/>
                    <a:gd name="connsiteY19" fmla="*/ 45847 h 46735"/>
                    <a:gd name="connsiteX20" fmla="*/ 3049 w 38227"/>
                    <a:gd name="connsiteY20" fmla="*/ 41783 h 46735"/>
                    <a:gd name="connsiteX21" fmla="*/ 3049 w 38227"/>
                    <a:gd name="connsiteY21" fmla="*/ 5207 h 46735"/>
                    <a:gd name="connsiteX22" fmla="*/ 0 w 38227"/>
                    <a:gd name="connsiteY22" fmla="*/ 1143 h 46735"/>
                    <a:gd name="connsiteX23" fmla="*/ 0 w 38227"/>
                    <a:gd name="connsiteY23" fmla="*/ 0 h 46735"/>
                    <a:gd name="connsiteX24" fmla="*/ 12447 w 38227"/>
                    <a:gd name="connsiteY24" fmla="*/ 0 h 46735"/>
                    <a:gd name="connsiteX25" fmla="*/ 12447 w 38227"/>
                    <a:gd name="connsiteY25" fmla="*/ 1016 h 46735"/>
                    <a:gd name="connsiteX26" fmla="*/ 10287 w 38227"/>
                    <a:gd name="connsiteY26" fmla="*/ 5080 h 46735"/>
                    <a:gd name="connsiteX27" fmla="*/ 10287 w 38227"/>
                    <a:gd name="connsiteY27" fmla="*/ 20447 h 46735"/>
                    <a:gd name="connsiteX28" fmla="*/ 28067 w 38227"/>
                    <a:gd name="connsiteY28" fmla="*/ 20447 h 467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38227" h="46735">
                      <a:moveTo>
                        <a:pt x="28067" y="20447"/>
                      </a:moveTo>
                      <a:lnTo>
                        <a:pt x="28067" y="5334"/>
                      </a:lnTo>
                      <a:cubicBezTo>
                        <a:pt x="28067" y="2413"/>
                        <a:pt x="28322" y="1524"/>
                        <a:pt x="25781" y="1270"/>
                      </a:cubicBezTo>
                      <a:lnTo>
                        <a:pt x="25781" y="0"/>
                      </a:lnTo>
                      <a:lnTo>
                        <a:pt x="38227" y="0"/>
                      </a:lnTo>
                      <a:lnTo>
                        <a:pt x="38227" y="1143"/>
                      </a:lnTo>
                      <a:cubicBezTo>
                        <a:pt x="35433" y="1397"/>
                        <a:pt x="35179" y="2286"/>
                        <a:pt x="35179" y="5207"/>
                      </a:cubicBezTo>
                      <a:lnTo>
                        <a:pt x="35179" y="41402"/>
                      </a:lnTo>
                      <a:cubicBezTo>
                        <a:pt x="35179" y="44323"/>
                        <a:pt x="35433" y="45212"/>
                        <a:pt x="38227" y="45466"/>
                      </a:cubicBezTo>
                      <a:lnTo>
                        <a:pt x="38227" y="46609"/>
                      </a:lnTo>
                      <a:lnTo>
                        <a:pt x="25147" y="46609"/>
                      </a:lnTo>
                      <a:lnTo>
                        <a:pt x="25147" y="45720"/>
                      </a:lnTo>
                      <a:cubicBezTo>
                        <a:pt x="27940" y="45466"/>
                        <a:pt x="28067" y="44577"/>
                        <a:pt x="28067" y="41656"/>
                      </a:cubicBezTo>
                      <a:lnTo>
                        <a:pt x="28067" y="23749"/>
                      </a:lnTo>
                      <a:lnTo>
                        <a:pt x="10287" y="23749"/>
                      </a:lnTo>
                      <a:lnTo>
                        <a:pt x="10287" y="41656"/>
                      </a:lnTo>
                      <a:cubicBezTo>
                        <a:pt x="10287" y="44577"/>
                        <a:pt x="10414" y="45466"/>
                        <a:pt x="12954" y="45720"/>
                      </a:cubicBezTo>
                      <a:lnTo>
                        <a:pt x="12954" y="46736"/>
                      </a:lnTo>
                      <a:lnTo>
                        <a:pt x="0" y="46736"/>
                      </a:lnTo>
                      <a:lnTo>
                        <a:pt x="0" y="45847"/>
                      </a:lnTo>
                      <a:cubicBezTo>
                        <a:pt x="2667" y="45593"/>
                        <a:pt x="3049" y="44704"/>
                        <a:pt x="3049" y="41783"/>
                      </a:cubicBezTo>
                      <a:lnTo>
                        <a:pt x="3049" y="5207"/>
                      </a:lnTo>
                      <a:cubicBezTo>
                        <a:pt x="3049" y="2286"/>
                        <a:pt x="2794" y="1397"/>
                        <a:pt x="0" y="1143"/>
                      </a:cubicBezTo>
                      <a:lnTo>
                        <a:pt x="0" y="0"/>
                      </a:lnTo>
                      <a:lnTo>
                        <a:pt x="12447" y="0"/>
                      </a:lnTo>
                      <a:lnTo>
                        <a:pt x="12447" y="1016"/>
                      </a:lnTo>
                      <a:cubicBezTo>
                        <a:pt x="10033" y="1270"/>
                        <a:pt x="10287" y="2159"/>
                        <a:pt x="10287" y="5080"/>
                      </a:cubicBezTo>
                      <a:lnTo>
                        <a:pt x="10287" y="20447"/>
                      </a:lnTo>
                      <a:lnTo>
                        <a:pt x="28067" y="20447"/>
                      </a:lnTo>
                      <a:close/>
                    </a:path>
                  </a:pathLst>
                </a:custGeom>
                <a:solidFill>
                  <a:srgbClr val="B3B5B8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  <p:sp>
              <p:nvSpPr>
                <p:cNvPr id="49" name="자유형: 도형 48">
                  <a:extLst>
                    <a:ext uri="{FF2B5EF4-FFF2-40B4-BE49-F238E27FC236}">
                      <a16:creationId xmlns:a16="http://schemas.microsoft.com/office/drawing/2014/main" id="{FDF3FA03-F84F-649E-DC99-FE06C7303B5E}"/>
                    </a:ext>
                  </a:extLst>
                </p:cNvPr>
                <p:cNvSpPr/>
                <p:nvPr/>
              </p:nvSpPr>
              <p:spPr>
                <a:xfrm>
                  <a:off x="10086341" y="472539"/>
                  <a:ext cx="29209" cy="48640"/>
                </a:xfrm>
                <a:custGeom>
                  <a:avLst/>
                  <a:gdLst>
                    <a:gd name="connsiteX0" fmla="*/ 1016 w 29209"/>
                    <a:gd name="connsiteY0" fmla="*/ 38862 h 48640"/>
                    <a:gd name="connsiteX1" fmla="*/ 13843 w 29209"/>
                    <a:gd name="connsiteY1" fmla="*/ 45720 h 48640"/>
                    <a:gd name="connsiteX2" fmla="*/ 21717 w 29209"/>
                    <a:gd name="connsiteY2" fmla="*/ 37465 h 48640"/>
                    <a:gd name="connsiteX3" fmla="*/ 13208 w 29209"/>
                    <a:gd name="connsiteY3" fmla="*/ 26924 h 48640"/>
                    <a:gd name="connsiteX4" fmla="*/ 762 w 29209"/>
                    <a:gd name="connsiteY4" fmla="*/ 12954 h 48640"/>
                    <a:gd name="connsiteX5" fmla="*/ 16383 w 29209"/>
                    <a:gd name="connsiteY5" fmla="*/ 0 h 48640"/>
                    <a:gd name="connsiteX6" fmla="*/ 25781 w 29209"/>
                    <a:gd name="connsiteY6" fmla="*/ 1524 h 48640"/>
                    <a:gd name="connsiteX7" fmla="*/ 26543 w 29209"/>
                    <a:gd name="connsiteY7" fmla="*/ 8001 h 48640"/>
                    <a:gd name="connsiteX8" fmla="*/ 25273 w 29209"/>
                    <a:gd name="connsiteY8" fmla="*/ 8255 h 48640"/>
                    <a:gd name="connsiteX9" fmla="*/ 15113 w 29209"/>
                    <a:gd name="connsiteY9" fmla="*/ 2794 h 48640"/>
                    <a:gd name="connsiteX10" fmla="*/ 8001 w 29209"/>
                    <a:gd name="connsiteY10" fmla="*/ 10287 h 48640"/>
                    <a:gd name="connsiteX11" fmla="*/ 16510 w 29209"/>
                    <a:gd name="connsiteY11" fmla="*/ 19685 h 48640"/>
                    <a:gd name="connsiteX12" fmla="*/ 29210 w 29209"/>
                    <a:gd name="connsiteY12" fmla="*/ 34544 h 48640"/>
                    <a:gd name="connsiteX13" fmla="*/ 12573 w 29209"/>
                    <a:gd name="connsiteY13" fmla="*/ 48641 h 48640"/>
                    <a:gd name="connsiteX14" fmla="*/ 5969 w 29209"/>
                    <a:gd name="connsiteY14" fmla="*/ 47752 h 48640"/>
                    <a:gd name="connsiteX15" fmla="*/ 1143 w 29209"/>
                    <a:gd name="connsiteY15" fmla="*/ 46101 h 48640"/>
                    <a:gd name="connsiteX16" fmla="*/ 0 w 29209"/>
                    <a:gd name="connsiteY16" fmla="*/ 39243 h 48640"/>
                    <a:gd name="connsiteX17" fmla="*/ 1016 w 29209"/>
                    <a:gd name="connsiteY17" fmla="*/ 38862 h 486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29209" h="48640">
                      <a:moveTo>
                        <a:pt x="1016" y="38862"/>
                      </a:moveTo>
                      <a:cubicBezTo>
                        <a:pt x="1651" y="40767"/>
                        <a:pt x="6477" y="45720"/>
                        <a:pt x="13843" y="45720"/>
                      </a:cubicBezTo>
                      <a:cubicBezTo>
                        <a:pt x="18796" y="45720"/>
                        <a:pt x="21717" y="42418"/>
                        <a:pt x="21717" y="37465"/>
                      </a:cubicBezTo>
                      <a:cubicBezTo>
                        <a:pt x="21717" y="32639"/>
                        <a:pt x="18415" y="29591"/>
                        <a:pt x="13208" y="26924"/>
                      </a:cubicBezTo>
                      <a:cubicBezTo>
                        <a:pt x="7747" y="24130"/>
                        <a:pt x="762" y="20066"/>
                        <a:pt x="762" y="12954"/>
                      </a:cubicBezTo>
                      <a:cubicBezTo>
                        <a:pt x="762" y="5969"/>
                        <a:pt x="6477" y="0"/>
                        <a:pt x="16383" y="0"/>
                      </a:cubicBezTo>
                      <a:cubicBezTo>
                        <a:pt x="20447" y="0"/>
                        <a:pt x="23622" y="889"/>
                        <a:pt x="25781" y="1524"/>
                      </a:cubicBezTo>
                      <a:cubicBezTo>
                        <a:pt x="26035" y="4318"/>
                        <a:pt x="26289" y="5842"/>
                        <a:pt x="26543" y="8001"/>
                      </a:cubicBezTo>
                      <a:lnTo>
                        <a:pt x="25273" y="8255"/>
                      </a:lnTo>
                      <a:cubicBezTo>
                        <a:pt x="24511" y="6096"/>
                        <a:pt x="21971" y="2794"/>
                        <a:pt x="15113" y="2794"/>
                      </a:cubicBezTo>
                      <a:cubicBezTo>
                        <a:pt x="10668" y="2794"/>
                        <a:pt x="8001" y="6223"/>
                        <a:pt x="8001" y="10287"/>
                      </a:cubicBezTo>
                      <a:cubicBezTo>
                        <a:pt x="8001" y="14605"/>
                        <a:pt x="11303" y="17145"/>
                        <a:pt x="16510" y="19685"/>
                      </a:cubicBezTo>
                      <a:cubicBezTo>
                        <a:pt x="22733" y="22606"/>
                        <a:pt x="29210" y="26543"/>
                        <a:pt x="29210" y="34544"/>
                      </a:cubicBezTo>
                      <a:cubicBezTo>
                        <a:pt x="29210" y="42672"/>
                        <a:pt x="22352" y="48641"/>
                        <a:pt x="12573" y="48641"/>
                      </a:cubicBezTo>
                      <a:cubicBezTo>
                        <a:pt x="10160" y="48641"/>
                        <a:pt x="7747" y="48260"/>
                        <a:pt x="5969" y="47752"/>
                      </a:cubicBezTo>
                      <a:cubicBezTo>
                        <a:pt x="4064" y="47244"/>
                        <a:pt x="2413" y="46736"/>
                        <a:pt x="1143" y="46101"/>
                      </a:cubicBezTo>
                      <a:cubicBezTo>
                        <a:pt x="508" y="44069"/>
                        <a:pt x="381" y="41402"/>
                        <a:pt x="0" y="39243"/>
                      </a:cubicBezTo>
                      <a:lnTo>
                        <a:pt x="1016" y="38862"/>
                      </a:lnTo>
                      <a:close/>
                    </a:path>
                  </a:pathLst>
                </a:custGeom>
                <a:solidFill>
                  <a:srgbClr val="B3B5B8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ko-KR" altLang="en-US"/>
                </a:p>
              </p:txBody>
            </p:sp>
          </p:grpSp>
          <p:sp>
            <p:nvSpPr>
              <p:cNvPr id="50" name="자유형: 도형 49">
                <a:extLst>
                  <a:ext uri="{FF2B5EF4-FFF2-40B4-BE49-F238E27FC236}">
                    <a16:creationId xmlns:a16="http://schemas.microsoft.com/office/drawing/2014/main" id="{8018D4FE-6FFA-193F-230B-913DCC2B911E}"/>
                  </a:ext>
                </a:extLst>
              </p:cNvPr>
              <p:cNvSpPr/>
              <p:nvPr/>
            </p:nvSpPr>
            <p:spPr>
              <a:xfrm>
                <a:off x="10027794" y="686533"/>
                <a:ext cx="140715" cy="59690"/>
              </a:xfrm>
              <a:custGeom>
                <a:avLst/>
                <a:gdLst>
                  <a:gd name="connsiteX0" fmla="*/ 104901 w 140715"/>
                  <a:gd name="connsiteY0" fmla="*/ 2667 h 59690"/>
                  <a:gd name="connsiteX1" fmla="*/ 101600 w 140715"/>
                  <a:gd name="connsiteY1" fmla="*/ 12573 h 59690"/>
                  <a:gd name="connsiteX2" fmla="*/ 108458 w 140715"/>
                  <a:gd name="connsiteY2" fmla="*/ 13970 h 59690"/>
                  <a:gd name="connsiteX3" fmla="*/ 102615 w 140715"/>
                  <a:gd name="connsiteY3" fmla="*/ 29591 h 59690"/>
                  <a:gd name="connsiteX4" fmla="*/ 80263 w 140715"/>
                  <a:gd name="connsiteY4" fmla="*/ 27178 h 59690"/>
                  <a:gd name="connsiteX5" fmla="*/ 80899 w 140715"/>
                  <a:gd name="connsiteY5" fmla="*/ 10287 h 59690"/>
                  <a:gd name="connsiteX6" fmla="*/ 86613 w 140715"/>
                  <a:gd name="connsiteY6" fmla="*/ 10668 h 59690"/>
                  <a:gd name="connsiteX7" fmla="*/ 87757 w 140715"/>
                  <a:gd name="connsiteY7" fmla="*/ 762 h 59690"/>
                  <a:gd name="connsiteX8" fmla="*/ 70485 w 140715"/>
                  <a:gd name="connsiteY8" fmla="*/ 0 h 59690"/>
                  <a:gd name="connsiteX9" fmla="*/ 53086 w 140715"/>
                  <a:gd name="connsiteY9" fmla="*/ 762 h 59690"/>
                  <a:gd name="connsiteX10" fmla="*/ 54228 w 140715"/>
                  <a:gd name="connsiteY10" fmla="*/ 10668 h 59690"/>
                  <a:gd name="connsiteX11" fmla="*/ 59944 w 140715"/>
                  <a:gd name="connsiteY11" fmla="*/ 10287 h 59690"/>
                  <a:gd name="connsiteX12" fmla="*/ 60578 w 140715"/>
                  <a:gd name="connsiteY12" fmla="*/ 27178 h 59690"/>
                  <a:gd name="connsiteX13" fmla="*/ 38226 w 140715"/>
                  <a:gd name="connsiteY13" fmla="*/ 29591 h 59690"/>
                  <a:gd name="connsiteX14" fmla="*/ 32385 w 140715"/>
                  <a:gd name="connsiteY14" fmla="*/ 13970 h 59690"/>
                  <a:gd name="connsiteX15" fmla="*/ 39243 w 140715"/>
                  <a:gd name="connsiteY15" fmla="*/ 12573 h 59690"/>
                  <a:gd name="connsiteX16" fmla="*/ 35940 w 140715"/>
                  <a:gd name="connsiteY16" fmla="*/ 2667 h 59690"/>
                  <a:gd name="connsiteX17" fmla="*/ 0 w 140715"/>
                  <a:gd name="connsiteY17" fmla="*/ 11557 h 59690"/>
                  <a:gd name="connsiteX18" fmla="*/ 28828 w 140715"/>
                  <a:gd name="connsiteY18" fmla="*/ 59690 h 59690"/>
                  <a:gd name="connsiteX19" fmla="*/ 111887 w 140715"/>
                  <a:gd name="connsiteY19" fmla="*/ 59690 h 59690"/>
                  <a:gd name="connsiteX20" fmla="*/ 140715 w 140715"/>
                  <a:gd name="connsiteY20" fmla="*/ 11430 h 59690"/>
                  <a:gd name="connsiteX21" fmla="*/ 104901 w 140715"/>
                  <a:gd name="connsiteY21" fmla="*/ 2667 h 59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0715" h="59690">
                    <a:moveTo>
                      <a:pt x="104901" y="2667"/>
                    </a:moveTo>
                    <a:lnTo>
                      <a:pt x="101600" y="12573"/>
                    </a:lnTo>
                    <a:cubicBezTo>
                      <a:pt x="101600" y="12573"/>
                      <a:pt x="105156" y="13081"/>
                      <a:pt x="108458" y="13970"/>
                    </a:cubicBezTo>
                    <a:lnTo>
                      <a:pt x="102615" y="29591"/>
                    </a:lnTo>
                    <a:cubicBezTo>
                      <a:pt x="102615" y="29591"/>
                      <a:pt x="91313" y="27686"/>
                      <a:pt x="80263" y="27178"/>
                    </a:cubicBezTo>
                    <a:lnTo>
                      <a:pt x="80899" y="10287"/>
                    </a:lnTo>
                    <a:cubicBezTo>
                      <a:pt x="80899" y="10287"/>
                      <a:pt x="83312" y="10287"/>
                      <a:pt x="86613" y="10668"/>
                    </a:cubicBezTo>
                    <a:lnTo>
                      <a:pt x="87757" y="762"/>
                    </a:lnTo>
                    <a:cubicBezTo>
                      <a:pt x="82042" y="254"/>
                      <a:pt x="76326" y="0"/>
                      <a:pt x="70485" y="0"/>
                    </a:cubicBezTo>
                    <a:cubicBezTo>
                      <a:pt x="64643" y="0"/>
                      <a:pt x="58927" y="254"/>
                      <a:pt x="53086" y="762"/>
                    </a:cubicBezTo>
                    <a:lnTo>
                      <a:pt x="54228" y="10668"/>
                    </a:lnTo>
                    <a:cubicBezTo>
                      <a:pt x="57531" y="10287"/>
                      <a:pt x="59944" y="10287"/>
                      <a:pt x="59944" y="10287"/>
                    </a:cubicBezTo>
                    <a:lnTo>
                      <a:pt x="60578" y="27178"/>
                    </a:lnTo>
                    <a:cubicBezTo>
                      <a:pt x="49657" y="27686"/>
                      <a:pt x="38226" y="29591"/>
                      <a:pt x="38226" y="29591"/>
                    </a:cubicBezTo>
                    <a:lnTo>
                      <a:pt x="32385" y="13970"/>
                    </a:lnTo>
                    <a:cubicBezTo>
                      <a:pt x="35813" y="13208"/>
                      <a:pt x="39243" y="12573"/>
                      <a:pt x="39243" y="12573"/>
                    </a:cubicBezTo>
                    <a:lnTo>
                      <a:pt x="35940" y="2667"/>
                    </a:lnTo>
                    <a:cubicBezTo>
                      <a:pt x="23622" y="4572"/>
                      <a:pt x="11557" y="7620"/>
                      <a:pt x="0" y="11557"/>
                    </a:cubicBezTo>
                    <a:cubicBezTo>
                      <a:pt x="14732" y="31750"/>
                      <a:pt x="28828" y="59690"/>
                      <a:pt x="28828" y="59690"/>
                    </a:cubicBezTo>
                    <a:cubicBezTo>
                      <a:pt x="73660" y="50800"/>
                      <a:pt x="111887" y="59690"/>
                      <a:pt x="111887" y="59690"/>
                    </a:cubicBezTo>
                    <a:cubicBezTo>
                      <a:pt x="118618" y="45212"/>
                      <a:pt x="134874" y="18923"/>
                      <a:pt x="140715" y="11430"/>
                    </a:cubicBezTo>
                    <a:cubicBezTo>
                      <a:pt x="129286" y="7620"/>
                      <a:pt x="117221" y="4572"/>
                      <a:pt x="104901" y="2667"/>
                    </a:cubicBezTo>
                    <a:close/>
                  </a:path>
                </a:pathLst>
              </a:custGeom>
              <a:solidFill>
                <a:srgbClr val="B3B5B8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206C670F-285E-9209-FAF0-3C4186DC09F8}"/>
              </a:ext>
            </a:extLst>
          </p:cNvPr>
          <p:cNvSpPr/>
          <p:nvPr userDrawn="1"/>
        </p:nvSpPr>
        <p:spPr>
          <a:xfrm>
            <a:off x="657965" y="-1881"/>
            <a:ext cx="2001088" cy="288552"/>
          </a:xfrm>
          <a:prstGeom prst="rect">
            <a:avLst/>
          </a:prstGeom>
          <a:solidFill>
            <a:srgbClr val="891A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D525DF4B-F743-DAC2-A72D-48A79AFCD249}"/>
              </a:ext>
            </a:extLst>
          </p:cNvPr>
          <p:cNvCxnSpPr>
            <a:cxnSpLocks/>
          </p:cNvCxnSpPr>
          <p:nvPr userDrawn="1"/>
        </p:nvCxnSpPr>
        <p:spPr>
          <a:xfrm>
            <a:off x="-2" y="1037820"/>
            <a:ext cx="9699374" cy="0"/>
          </a:xfrm>
          <a:prstGeom prst="line">
            <a:avLst/>
          </a:prstGeom>
          <a:ln w="28575">
            <a:solidFill>
              <a:srgbClr val="891A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FED62379-6360-1AC4-2AD7-70BAFA84056F}"/>
              </a:ext>
            </a:extLst>
          </p:cNvPr>
          <p:cNvSpPr txBox="1"/>
          <p:nvPr userDrawn="1"/>
        </p:nvSpPr>
        <p:spPr>
          <a:xfrm>
            <a:off x="11219" y="6593580"/>
            <a:ext cx="199148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서강대학교 </a:t>
            </a:r>
            <a:r>
              <a:rPr lang="en-US" altLang="ko-KR" sz="1000" dirty="0">
                <a:solidFill>
                  <a:schemeClr val="bg1"/>
                </a:solidFill>
              </a:rPr>
              <a:t>AI</a:t>
            </a:r>
            <a:r>
              <a:rPr lang="en-US" altLang="ko-KR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〮SW</a:t>
            </a:r>
            <a:r>
              <a:rPr lang="ko-KR" altLang="en-US" sz="10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대학원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58" name="슬라이드 번호 개체 틀 5">
            <a:extLst>
              <a:ext uri="{FF2B5EF4-FFF2-40B4-BE49-F238E27FC236}">
                <a16:creationId xmlns:a16="http://schemas.microsoft.com/office/drawing/2014/main" id="{A6474334-BAF7-CAE3-8F36-1E1267262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33228" y="6624006"/>
            <a:ext cx="2743200" cy="224973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fld id="{B2E94503-80E2-4698-B4B8-3F236950F9CA}" type="slidenum">
              <a:rPr lang="ko-KR" altLang="en-US" smtClean="0"/>
              <a:pPr/>
              <a:t>‹#›</a:t>
            </a:fld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113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1932F4-4792-A463-E0F6-66B5EB73E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872282-52B1-1063-0527-EE940275D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D82F26-7687-0D35-8304-355115B95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06F0DE-BA2A-E4B9-2900-89C88F897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3BBDA5-7B37-EEB3-13F0-4C378D37A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4503-80E2-4698-B4B8-3F236950F9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82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F39CE5-FED5-F0A9-CAA7-6FE31AC670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CFD3B3-A950-BC65-EAB9-D704C8484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F15E47-50D7-EEE6-6BBE-1F351127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ED0AE7-AF4D-47A1-24D7-C8342485D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959F77-E130-9205-221B-83DA09470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4503-80E2-4698-B4B8-3F236950F9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37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F47FAE-0A1F-055D-DA84-5DAB1A04C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464538-05B1-71A3-9F2D-F5A9D85AB2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C2A5CCE-9BDD-3717-C1D0-8CE24274B6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64171E-4E73-C095-E0E4-31F982080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2FC4F4-100F-7CB0-6320-3BAA6A997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8F3D6B-0635-EC4E-2314-301826C0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4503-80E2-4698-B4B8-3F236950F9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70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4F6B3-3E83-7B20-6775-B5C697B5E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869E08-62AF-1894-8B98-A7E83A1B7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CB1F4C-3E37-658E-8A08-3A8B9345C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73A79FA-55A2-0A63-0FE5-03CF62390E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D9AE79F-E7DD-8221-9C1B-141FCEB78A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BAC40FD-D82D-99C3-0BBF-42D728715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4B0908-10AC-E478-8688-B09A767AB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466412-AE14-9E2E-C915-759A5B6C2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4503-80E2-4698-B4B8-3F236950F9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896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3A0714-78C7-71B1-96A0-5E1CE7CDD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638263-E5D0-E48C-4A01-981AD234D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F0DDC8D-A37B-E65F-362D-39645D7D8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113E40E-08BA-E466-4BE5-91703B50C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4503-80E2-4698-B4B8-3F236950F9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153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C5F4E3-27CC-F904-3C89-7796595EE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66D294-E0D7-8856-4C97-3B26C4B24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D712AD-0126-C58C-5758-9C4DADE12E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94A7F8-10CC-49C1-7E25-A6FA1C14A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642758-ABC5-2D97-1710-5A0936E14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72335A7-22E9-48CD-4AB8-6AC946AEB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4503-80E2-4698-B4B8-3F236950F9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814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625267-F445-8AEE-77DF-A76EDEE19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164997B-D7F4-ED4C-227F-2585C7DD24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AC5B8C-96DE-942E-4C22-759075BEF4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76910B7-D5BB-16E6-1C20-5B5E29C12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95BA98-5FFF-8641-90B8-57C6188C4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772D170-DABA-70FE-A547-AA45049CB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4503-80E2-4698-B4B8-3F236950F9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40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C8A7A6-156F-418F-F58D-926028766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95716BD-AF32-8C3A-5E68-850B1CDB2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0DDDC9-5380-4928-61F4-D8102EFF4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4B8017-0D53-58D8-BAD9-53E15C92D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7DC6E6-CDD9-F848-33B2-1604BE4D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4503-80E2-4698-B4B8-3F236950F9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385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6B5657A-E319-E381-F470-8095123FE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E930778-B52B-843E-00F9-9FBA7F2CB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F3E80B-8E24-04F4-5932-73C1B9F01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88B2EE-CF3D-5B5A-2E46-85D4536142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31ECEF-AE87-F46E-F13C-B141C9FAF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E94503-80E2-4698-B4B8-3F236950F9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2245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71734B-B754-71B6-3500-7E691B8DA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1D5356-932A-AA80-DFBA-049DC06B2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4AFC9C2-F3FF-5376-9B11-3C2758A86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B4DBE3-3569-0DDE-9502-401C4EAE2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BA8BDE-0CEB-FEE9-CF7B-361E8C1AE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E94503-80E2-4698-B4B8-3F236950F9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69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amchaewon/RL-DDQN-Compariso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446;p1">
            <a:extLst>
              <a:ext uri="{FF2B5EF4-FFF2-40B4-BE49-F238E27FC236}">
                <a16:creationId xmlns:a16="http://schemas.microsoft.com/office/drawing/2014/main" id="{1239CB3F-4547-023D-92AA-010DA6DAB906}"/>
              </a:ext>
            </a:extLst>
          </p:cNvPr>
          <p:cNvSpPr txBox="1"/>
          <p:nvPr/>
        </p:nvSpPr>
        <p:spPr>
          <a:xfrm>
            <a:off x="151509" y="2447396"/>
            <a:ext cx="7512941" cy="12673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buClr>
                <a:srgbClr val="000000"/>
              </a:buClr>
              <a:buSzPts val="5400"/>
            </a:pPr>
            <a:r>
              <a:rPr lang="en-US" altLang="ko-KR" sz="32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DQN </a:t>
            </a:r>
            <a:r>
              <a:rPr lang="ko-KR" altLang="en-US" sz="32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과대평가 완화 </a:t>
            </a:r>
            <a:r>
              <a:rPr lang="ko-KR" altLang="en-US" sz="32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논문 재연 </a:t>
            </a:r>
            <a:endParaRPr lang="en-US" altLang="ko-KR" sz="32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  <a:p>
            <a:pPr lvl="0" algn="just">
              <a:buClr>
                <a:srgbClr val="000000"/>
              </a:buClr>
              <a:buSzPts val="5400"/>
            </a:pPr>
            <a:r>
              <a:rPr lang="en-US" altLang="ko-KR" sz="24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- LunarLander-v3</a:t>
            </a:r>
            <a:r>
              <a:rPr lang="ko-KR" altLang="en-US" sz="24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환경 기반으로</a:t>
            </a:r>
            <a:endParaRPr sz="24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8" name="Google Shape;449;p1" descr="엠블럼, 상징, 로고, 등록 상표이(가) 표시된 사진&#10;&#10;자동 생성된 설명">
            <a:extLst>
              <a:ext uri="{FF2B5EF4-FFF2-40B4-BE49-F238E27FC236}">
                <a16:creationId xmlns:a16="http://schemas.microsoft.com/office/drawing/2014/main" id="{FE26FD9B-5E73-D0B1-98FD-95CA87F082D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34356" y="0"/>
            <a:ext cx="1545729" cy="152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46;p1">
            <a:extLst>
              <a:ext uri="{FF2B5EF4-FFF2-40B4-BE49-F238E27FC236}">
                <a16:creationId xmlns:a16="http://schemas.microsoft.com/office/drawing/2014/main" id="{D45AD61A-FF3D-16C3-ED91-266E49798548}"/>
              </a:ext>
            </a:extLst>
          </p:cNvPr>
          <p:cNvSpPr txBox="1"/>
          <p:nvPr/>
        </p:nvSpPr>
        <p:spPr>
          <a:xfrm>
            <a:off x="7576458" y="4020457"/>
            <a:ext cx="4322200" cy="203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buClr>
                <a:srgbClr val="000000"/>
              </a:buClr>
              <a:buSzPts val="2100"/>
            </a:pPr>
            <a:r>
              <a:rPr lang="ko-KR" altLang="en-US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과   목   명</a:t>
            </a:r>
            <a:r>
              <a:rPr lang="en-US" altLang="ko-KR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: </a:t>
            </a:r>
            <a:r>
              <a:rPr lang="ko-KR" altLang="en-US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강화학습의 기초</a:t>
            </a:r>
          </a:p>
          <a:p>
            <a:pPr lvl="0" algn="just">
              <a:buClr>
                <a:srgbClr val="000000"/>
              </a:buClr>
              <a:buSzPts val="2100"/>
            </a:pPr>
            <a:r>
              <a:rPr lang="ko-KR" altLang="en-US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담 당 교 수</a:t>
            </a:r>
            <a:r>
              <a:rPr lang="en-US" altLang="ko-KR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: </a:t>
            </a:r>
            <a:r>
              <a:rPr lang="ko-KR" altLang="en-US" sz="1600" kern="100" dirty="0" err="1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소정민</a:t>
            </a:r>
            <a:r>
              <a:rPr lang="ko-KR" altLang="en-US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교수님</a:t>
            </a:r>
          </a:p>
          <a:p>
            <a:pPr lvl="0" algn="just">
              <a:buClr>
                <a:srgbClr val="000000"/>
              </a:buClr>
              <a:buSzPts val="2100"/>
            </a:pPr>
            <a:r>
              <a:rPr lang="ko-KR" altLang="en-US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제   출   일</a:t>
            </a:r>
            <a:r>
              <a:rPr lang="en-US" altLang="ko-KR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: 2025.12.07</a:t>
            </a:r>
            <a:endParaRPr lang="ko-KR" altLang="en-US" sz="16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  <a:p>
            <a:pPr lvl="0" algn="just">
              <a:buClr>
                <a:srgbClr val="000000"/>
              </a:buClr>
              <a:buSzPts val="2100"/>
            </a:pPr>
            <a:r>
              <a:rPr lang="ko-KR" altLang="en-US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학         과</a:t>
            </a:r>
            <a:r>
              <a:rPr lang="en-US" altLang="ko-KR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: </a:t>
            </a:r>
            <a:r>
              <a:rPr lang="ko-KR" altLang="en-US" sz="1600" kern="100" dirty="0" err="1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데이터사이언스</a:t>
            </a:r>
            <a:r>
              <a:rPr lang="en-US" altLang="ko-KR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·</a:t>
            </a:r>
            <a:r>
              <a:rPr lang="ko-KR" altLang="en-US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인공지능</a:t>
            </a:r>
          </a:p>
          <a:p>
            <a:pPr lvl="0" algn="just">
              <a:buClr>
                <a:srgbClr val="000000"/>
              </a:buClr>
              <a:buSzPts val="2100"/>
            </a:pPr>
            <a:r>
              <a:rPr lang="ko-KR" altLang="en-US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팀         명</a:t>
            </a:r>
            <a:r>
              <a:rPr lang="en-US" altLang="ko-KR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: 42</a:t>
            </a:r>
            <a:r>
              <a:rPr lang="ko-KR" altLang="en-US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조 </a:t>
            </a:r>
          </a:p>
          <a:p>
            <a:pPr lvl="0" algn="just">
              <a:buClr>
                <a:srgbClr val="000000"/>
              </a:buClr>
              <a:buSzPts val="2100"/>
            </a:pPr>
            <a:r>
              <a:rPr lang="ko-KR" altLang="en-US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성         명</a:t>
            </a:r>
            <a:r>
              <a:rPr lang="en-US" altLang="ko-KR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: A70080 </a:t>
            </a:r>
            <a:r>
              <a:rPr lang="ko-KR" altLang="en-US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이채원</a:t>
            </a:r>
            <a:r>
              <a:rPr lang="en-US" altLang="ko-KR" sz="16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</a:t>
            </a:r>
          </a:p>
          <a:p>
            <a:pPr lvl="0" algn="just">
              <a:buClr>
                <a:srgbClr val="000000"/>
              </a:buClr>
              <a:buSzPts val="2100"/>
            </a:pPr>
            <a:r>
              <a:rPr lang="en-US" altLang="ko-KR" sz="1600" b="1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GitHub</a:t>
            </a:r>
            <a:r>
              <a:rPr lang="en-US" altLang="ko-KR" sz="1600" b="1" dirty="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	: </a:t>
            </a:r>
            <a:r>
              <a:rPr lang="en-US" altLang="ko-KR" sz="1600" b="1" dirty="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RL-DDQN-Comparison(click)</a:t>
            </a:r>
            <a:endParaRPr sz="1600" b="0" i="0" u="none" strike="noStrike" cap="none" dirty="0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43AD607C-2371-4AF3-BB7B-6ADC2FB97E35}"/>
              </a:ext>
            </a:extLst>
          </p:cNvPr>
          <p:cNvCxnSpPr/>
          <p:nvPr/>
        </p:nvCxnSpPr>
        <p:spPr>
          <a:xfrm>
            <a:off x="0" y="3669553"/>
            <a:ext cx="825350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5770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82333-F96B-0D96-E4A8-4D42D369A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8449DF-9738-DBEC-2951-578A74C614F8}"/>
              </a:ext>
            </a:extLst>
          </p:cNvPr>
          <p:cNvSpPr txBox="1"/>
          <p:nvPr/>
        </p:nvSpPr>
        <p:spPr>
          <a:xfrm>
            <a:off x="662941" y="1"/>
            <a:ext cx="199644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개요</a:t>
            </a:r>
            <a:endParaRPr lang="en-US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511;p3">
            <a:extLst>
              <a:ext uri="{FF2B5EF4-FFF2-40B4-BE49-F238E27FC236}">
                <a16:creationId xmlns:a16="http://schemas.microsoft.com/office/drawing/2014/main" id="{1FD59AAD-FE12-E97C-8AA4-186DAD045FE5}"/>
              </a:ext>
            </a:extLst>
          </p:cNvPr>
          <p:cNvSpPr txBox="1"/>
          <p:nvPr/>
        </p:nvSpPr>
        <p:spPr>
          <a:xfrm>
            <a:off x="338139" y="551395"/>
            <a:ext cx="6429375" cy="49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개요</a:t>
            </a:r>
            <a:endParaRPr sz="2800" kern="100" dirty="0">
              <a:solidFill>
                <a:srgbClr val="891A1C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11BFA4-1F80-F2DE-9F80-71EBA7876B62}"/>
              </a:ext>
            </a:extLst>
          </p:cNvPr>
          <p:cNvSpPr txBox="1"/>
          <p:nvPr/>
        </p:nvSpPr>
        <p:spPr>
          <a:xfrm>
            <a:off x="239714" y="1236663"/>
            <a:ext cx="11698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본 프로젝트는 </a:t>
            </a:r>
            <a:r>
              <a:rPr lang="en-US" altLang="ko-KR" sz="16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“Deep Reinforcement Learning with Double Q-learning” </a:t>
            </a:r>
            <a:r>
              <a:rPr lang="ko-KR" altLang="en-US" sz="16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의 아이디어를 기반으로</a:t>
            </a:r>
            <a:r>
              <a:rPr lang="en-US" altLang="ko-KR" sz="16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</a:p>
          <a:p>
            <a:r>
              <a:rPr lang="ko-KR" altLang="en-US" sz="16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원 논문의 </a:t>
            </a:r>
            <a:r>
              <a:rPr lang="en-US" altLang="ko-KR" sz="16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Atari + CNN </a:t>
            </a:r>
            <a:r>
              <a:rPr lang="ko-KR" altLang="en-US" sz="16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설정 대신 </a:t>
            </a:r>
            <a:r>
              <a:rPr lang="en-US" altLang="ko-KR" sz="16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LunarLander-v3 </a:t>
            </a:r>
            <a:r>
              <a:rPr lang="ko-KR" altLang="en-US" sz="16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환경에 </a:t>
            </a:r>
            <a:r>
              <a:rPr lang="en-US" altLang="ko-KR" sz="16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Double DQN</a:t>
            </a:r>
            <a:r>
              <a:rPr lang="ko-KR" altLang="en-US" sz="16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을 적용하여 과대평가 완화 효과를 실험적으로 재현하였다</a:t>
            </a:r>
            <a:r>
              <a:rPr lang="en-US" altLang="ko-KR" sz="16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6170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1A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47F9519-B294-3053-198A-31230BC113B7}"/>
              </a:ext>
            </a:extLst>
          </p:cNvPr>
          <p:cNvCxnSpPr/>
          <p:nvPr/>
        </p:nvCxnSpPr>
        <p:spPr>
          <a:xfrm>
            <a:off x="0" y="1285461"/>
            <a:ext cx="7547113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Google Shape;446;p1">
            <a:extLst>
              <a:ext uri="{FF2B5EF4-FFF2-40B4-BE49-F238E27FC236}">
                <a16:creationId xmlns:a16="http://schemas.microsoft.com/office/drawing/2014/main" id="{131C2387-F385-AB5F-BD7D-3BB9CC5A0191}"/>
              </a:ext>
            </a:extLst>
          </p:cNvPr>
          <p:cNvSpPr txBox="1"/>
          <p:nvPr/>
        </p:nvSpPr>
        <p:spPr>
          <a:xfrm>
            <a:off x="355844" y="681217"/>
            <a:ext cx="2871062" cy="590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altLang="ko-KR" sz="36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INDEX</a:t>
            </a:r>
            <a:endParaRPr sz="3600" kern="100" dirty="0">
              <a:solidFill>
                <a:schemeClr val="bg1"/>
              </a:solidFill>
              <a:latin typeface="Mangal Pro" panose="00000500000000000000" pitchFamily="2" charset="0"/>
              <a:ea typeface="서강체 TTF" pitchFamily="2" charset="-127"/>
              <a:cs typeface="Mangal Pro" panose="00000500000000000000" pitchFamily="2" charset="0"/>
              <a:sym typeface="Arial"/>
            </a:endParaRPr>
          </a:p>
        </p:txBody>
      </p:sp>
      <p:sp>
        <p:nvSpPr>
          <p:cNvPr id="6" name="Google Shape;446;p1">
            <a:extLst>
              <a:ext uri="{FF2B5EF4-FFF2-40B4-BE49-F238E27FC236}">
                <a16:creationId xmlns:a16="http://schemas.microsoft.com/office/drawing/2014/main" id="{F63D08C9-3D91-B09D-7191-188ECDF21A58}"/>
              </a:ext>
            </a:extLst>
          </p:cNvPr>
          <p:cNvSpPr txBox="1"/>
          <p:nvPr/>
        </p:nvSpPr>
        <p:spPr>
          <a:xfrm>
            <a:off x="355844" y="1489598"/>
            <a:ext cx="6719870" cy="4082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Clr>
                <a:srgbClr val="000000"/>
              </a:buClr>
              <a:buSzPts val="5400"/>
            </a:pP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01.</a:t>
            </a:r>
            <a:r>
              <a:rPr lang="ko-KR" altLang="en-US" sz="28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프로젝트 주제 및 목표</a:t>
            </a:r>
            <a:endParaRPr lang="en-US" altLang="ko-KR" sz="28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  <a:p>
            <a:pPr algn="just">
              <a:buClr>
                <a:srgbClr val="000000"/>
              </a:buClr>
              <a:buSzPts val="5400"/>
            </a:pP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02.</a:t>
            </a:r>
            <a:r>
              <a:rPr lang="ko-KR" altLang="en-US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 </a:t>
            </a:r>
            <a:r>
              <a:rPr lang="ko-KR" altLang="en-US" sz="28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논문 요약</a:t>
            </a:r>
            <a:endParaRPr lang="en-US" altLang="ko-KR" sz="28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  <a:p>
            <a:pPr algn="just">
              <a:buClr>
                <a:srgbClr val="000000"/>
              </a:buClr>
              <a:buSzPts val="5400"/>
            </a:pP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03.</a:t>
            </a:r>
            <a:r>
              <a:rPr lang="ko-KR" altLang="en-US" sz="28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환경 및 데이터셋</a:t>
            </a:r>
            <a:endParaRPr lang="en-US" altLang="ko-KR" sz="28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  <a:p>
            <a:pPr algn="just">
              <a:buClr>
                <a:srgbClr val="000000"/>
              </a:buClr>
              <a:buSzPts val="5400"/>
            </a:pP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04.</a:t>
            </a:r>
            <a:r>
              <a:rPr lang="en-US" altLang="ko-KR" sz="28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</a:t>
            </a: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State, Action, Reward</a:t>
            </a:r>
          </a:p>
          <a:p>
            <a:pPr algn="just">
              <a:buClr>
                <a:srgbClr val="000000"/>
              </a:buClr>
              <a:buSzPts val="5400"/>
            </a:pP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05.</a:t>
            </a:r>
            <a:r>
              <a:rPr lang="ko-KR" altLang="en-US" sz="28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알고리즘과  </a:t>
            </a: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Hyperparameter</a:t>
            </a:r>
            <a:r>
              <a:rPr lang="en-US" altLang="ko-KR" sz="28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</a:t>
            </a:r>
          </a:p>
          <a:p>
            <a:pPr algn="just">
              <a:buClr>
                <a:srgbClr val="000000"/>
              </a:buClr>
              <a:buSzPts val="5400"/>
            </a:pP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06.</a:t>
            </a:r>
            <a:r>
              <a:rPr lang="ko-KR" altLang="en-US" sz="28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실험 셋업</a:t>
            </a:r>
            <a:endParaRPr lang="en-US" altLang="ko-KR" sz="28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  <a:p>
            <a:pPr algn="just">
              <a:buClr>
                <a:srgbClr val="000000"/>
              </a:buClr>
              <a:buSzPts val="5400"/>
            </a:pP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07.</a:t>
            </a:r>
            <a:r>
              <a:rPr lang="ko-KR" altLang="en-US" sz="28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실험 결과</a:t>
            </a:r>
            <a:endParaRPr lang="en-US" altLang="ko-KR" sz="28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  <a:p>
            <a:pPr algn="just">
              <a:buClr>
                <a:srgbClr val="000000"/>
              </a:buClr>
              <a:buSzPts val="5400"/>
            </a:pP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08.</a:t>
            </a:r>
            <a:r>
              <a:rPr lang="ko-KR" altLang="en-US" sz="28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토의 및 결론</a:t>
            </a:r>
            <a:endParaRPr lang="en-US" altLang="ko-KR" sz="28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  <a:p>
            <a:pPr marL="514350" marR="0" lvl="0" indent="-5143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AutoNum type="arabicPeriod"/>
            </a:pPr>
            <a:endParaRPr sz="2800" b="0" i="0" u="none" strike="noStrike" cap="none" dirty="0">
              <a:solidFill>
                <a:schemeClr val="bg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9545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1A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B375F2-3C89-96F0-CDBA-8BEF3E44D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C66C4D0-BA9E-0C43-0D92-68B05EA62D60}"/>
              </a:ext>
            </a:extLst>
          </p:cNvPr>
          <p:cNvCxnSpPr>
            <a:cxnSpLocks/>
          </p:cNvCxnSpPr>
          <p:nvPr/>
        </p:nvCxnSpPr>
        <p:spPr>
          <a:xfrm>
            <a:off x="1049628" y="1285461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oogle Shape;446;p1">
            <a:extLst>
              <a:ext uri="{FF2B5EF4-FFF2-40B4-BE49-F238E27FC236}">
                <a16:creationId xmlns:a16="http://schemas.microsoft.com/office/drawing/2014/main" id="{CD7E6FD3-DB3F-6068-EA3D-5A710BED0539}"/>
              </a:ext>
            </a:extLst>
          </p:cNvPr>
          <p:cNvSpPr txBox="1"/>
          <p:nvPr/>
        </p:nvSpPr>
        <p:spPr>
          <a:xfrm>
            <a:off x="3554943" y="3030799"/>
            <a:ext cx="5099286" cy="79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5400"/>
            </a:pP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1.</a:t>
            </a:r>
            <a:r>
              <a:rPr lang="ko-KR" altLang="en-US" sz="28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프로젝트 주제 및 목표</a:t>
            </a:r>
            <a:endParaRPr lang="en-US" altLang="ko-KR" sz="28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E37AC2F-F5F3-121A-4572-000E21646739}"/>
              </a:ext>
            </a:extLst>
          </p:cNvPr>
          <p:cNvCxnSpPr>
            <a:cxnSpLocks/>
          </p:cNvCxnSpPr>
          <p:nvPr/>
        </p:nvCxnSpPr>
        <p:spPr>
          <a:xfrm>
            <a:off x="1049628" y="5593444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05283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49613C-2B6B-3CD2-E1EC-108C99657D50}"/>
              </a:ext>
            </a:extLst>
          </p:cNvPr>
          <p:cNvSpPr txBox="1"/>
          <p:nvPr/>
        </p:nvSpPr>
        <p:spPr>
          <a:xfrm>
            <a:off x="662941" y="1"/>
            <a:ext cx="1996440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1200" kern="100" dirty="0">
                <a:solidFill>
                  <a:schemeClr val="bg1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01.</a:t>
            </a:r>
            <a:r>
              <a:rPr lang="ko-KR" altLang="en-US" sz="12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 </a:t>
            </a:r>
            <a:r>
              <a:rPr lang="ko-KR" altLang="en-US" sz="12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프로젝트 주제 및 목표</a:t>
            </a:r>
            <a:endParaRPr lang="en-US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511;p3">
            <a:extLst>
              <a:ext uri="{FF2B5EF4-FFF2-40B4-BE49-F238E27FC236}">
                <a16:creationId xmlns:a16="http://schemas.microsoft.com/office/drawing/2014/main" id="{E62DEB80-A66C-8120-4018-F98C41A2B0F2}"/>
              </a:ext>
            </a:extLst>
          </p:cNvPr>
          <p:cNvSpPr txBox="1"/>
          <p:nvPr/>
        </p:nvSpPr>
        <p:spPr>
          <a:xfrm>
            <a:off x="338139" y="551395"/>
            <a:ext cx="6429375" cy="49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altLang="ko-KR" sz="2800" kern="100" dirty="0">
                <a:solidFill>
                  <a:srgbClr val="891A1C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1.1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프로젝트 주제 및 목표</a:t>
            </a:r>
            <a:endParaRPr sz="2800" kern="100" dirty="0">
              <a:solidFill>
                <a:srgbClr val="891A1C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9EE402-5674-6BCB-14F5-3E9C750C6ACE}"/>
              </a:ext>
            </a:extLst>
          </p:cNvPr>
          <p:cNvSpPr txBox="1"/>
          <p:nvPr/>
        </p:nvSpPr>
        <p:spPr>
          <a:xfrm>
            <a:off x="500064" y="1300163"/>
            <a:ext cx="11309441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프로젝트 주제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r>
              <a:rPr lang="en-US" altLang="ko-KR" dirty="0"/>
              <a:t> 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-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Deep Reinforcement Learning with Double Q-learning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논문 </a:t>
            </a: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재연으로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 Double DQN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의</a:t>
            </a: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Q-learning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의 과대평가 문제의 완화 분석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프로젝트 목표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 -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LunarLander-v3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환경에서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DQN vs DDQN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성능 비교</a:t>
            </a:r>
          </a:p>
          <a:p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-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Target network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업데이트 주기의 효과 분석</a:t>
            </a:r>
          </a:p>
          <a:p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-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여러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random seed(10, 20, 30)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를 통한 신뢰도 평가 및 신뢰구간 시각화</a:t>
            </a:r>
          </a:p>
        </p:txBody>
      </p:sp>
    </p:spTree>
    <p:extLst>
      <p:ext uri="{BB962C8B-B14F-4D97-AF65-F5344CB8AC3E}">
        <p14:creationId xmlns:p14="http://schemas.microsoft.com/office/powerpoint/2010/main" val="1456505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1A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0EF75F-7459-FD85-5D2C-7867BF4D5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4A8B660-41E6-9BD8-9BBD-1A1BEA53A0D6}"/>
              </a:ext>
            </a:extLst>
          </p:cNvPr>
          <p:cNvCxnSpPr>
            <a:cxnSpLocks/>
          </p:cNvCxnSpPr>
          <p:nvPr/>
        </p:nvCxnSpPr>
        <p:spPr>
          <a:xfrm>
            <a:off x="1049628" y="1285461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oogle Shape;446;p1">
            <a:extLst>
              <a:ext uri="{FF2B5EF4-FFF2-40B4-BE49-F238E27FC236}">
                <a16:creationId xmlns:a16="http://schemas.microsoft.com/office/drawing/2014/main" id="{E0C4EF0C-D06A-3B57-9D02-616651FB378E}"/>
              </a:ext>
            </a:extLst>
          </p:cNvPr>
          <p:cNvSpPr txBox="1"/>
          <p:nvPr/>
        </p:nvSpPr>
        <p:spPr>
          <a:xfrm>
            <a:off x="3554943" y="3030799"/>
            <a:ext cx="5099286" cy="79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5400"/>
            </a:pP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2.</a:t>
            </a:r>
            <a:r>
              <a:rPr lang="ko-KR" altLang="en-US" sz="28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논문 요약</a:t>
            </a:r>
            <a:endParaRPr lang="en-US" altLang="ko-KR" sz="28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FF2E6304-DBA2-AA80-6238-C1554E42988E}"/>
              </a:ext>
            </a:extLst>
          </p:cNvPr>
          <p:cNvCxnSpPr>
            <a:cxnSpLocks/>
          </p:cNvCxnSpPr>
          <p:nvPr/>
        </p:nvCxnSpPr>
        <p:spPr>
          <a:xfrm>
            <a:off x="1049628" y="5593444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105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E12F3-1159-8435-F511-0B687711B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9AFD98-37E2-0E83-96A1-E2B0DB4C80F5}"/>
              </a:ext>
            </a:extLst>
          </p:cNvPr>
          <p:cNvSpPr txBox="1"/>
          <p:nvPr/>
        </p:nvSpPr>
        <p:spPr>
          <a:xfrm>
            <a:off x="662941" y="1"/>
            <a:ext cx="1996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kern="100" dirty="0">
                <a:solidFill>
                  <a:schemeClr val="bg1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02.</a:t>
            </a:r>
            <a:r>
              <a:rPr lang="ko-KR" altLang="en-US" sz="12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 논문 요약</a:t>
            </a:r>
            <a:endParaRPr lang="en-US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511;p3">
            <a:extLst>
              <a:ext uri="{FF2B5EF4-FFF2-40B4-BE49-F238E27FC236}">
                <a16:creationId xmlns:a16="http://schemas.microsoft.com/office/drawing/2014/main" id="{428DE245-C7B4-DD13-A300-0616FF0EE524}"/>
              </a:ext>
            </a:extLst>
          </p:cNvPr>
          <p:cNvSpPr txBox="1"/>
          <p:nvPr/>
        </p:nvSpPr>
        <p:spPr>
          <a:xfrm>
            <a:off x="338139" y="551395"/>
            <a:ext cx="6429375" cy="49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altLang="ko-KR" sz="2800" kern="100" dirty="0">
                <a:solidFill>
                  <a:srgbClr val="891A1C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2.1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논문 정보</a:t>
            </a:r>
            <a:endParaRPr sz="2800" kern="100" dirty="0">
              <a:solidFill>
                <a:srgbClr val="891A1C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1ADE0B-0AC2-9E48-F340-EC514BD5C4A3}"/>
              </a:ext>
            </a:extLst>
          </p:cNvPr>
          <p:cNvSpPr txBox="1"/>
          <p:nvPr/>
        </p:nvSpPr>
        <p:spPr>
          <a:xfrm>
            <a:off x="500065" y="1300163"/>
            <a:ext cx="7710218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제목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r>
              <a:rPr lang="en-US" altLang="ko-KR" dirty="0"/>
              <a:t> 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-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Deep Reinforcement Learning with Double Q-learning</a:t>
            </a:r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저자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r>
              <a:rPr lang="en-US" altLang="ko-KR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- </a:t>
            </a:r>
            <a:r>
              <a:rPr lang="en-US" altLang="ko-KR" kern="100" dirty="0" err="1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Hado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 van Hasselt, Arthur Guez, David Silver (Google DeepMind)</a:t>
            </a:r>
          </a:p>
          <a:p>
            <a:endParaRPr lang="en-US" altLang="ko-KR" kern="100" dirty="0">
              <a:latin typeface="Mangal Pro" panose="00000500000000000000" pitchFamily="2" charset="0"/>
              <a:ea typeface="서강체 TTF" pitchFamily="2" charset="-127"/>
              <a:cs typeface="Mangal Pro" panose="000005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발표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r>
              <a:rPr lang="en-US" altLang="ko-KR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- AAAI </a:t>
            </a:r>
            <a:endParaRPr lang="ko-KR" altLang="en-US" kern="100" dirty="0">
              <a:latin typeface="Mangal Pro" panose="00000500000000000000" pitchFamily="2" charset="0"/>
              <a:ea typeface="서강체 TTF" pitchFamily="2" charset="-127"/>
              <a:cs typeface="Mangal Pro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4654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206C0-818D-93C1-7712-5FC5D19B8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3464F0-B351-8D98-2BF7-56D9C17F1793}"/>
              </a:ext>
            </a:extLst>
          </p:cNvPr>
          <p:cNvSpPr txBox="1"/>
          <p:nvPr/>
        </p:nvSpPr>
        <p:spPr>
          <a:xfrm>
            <a:off x="662941" y="1"/>
            <a:ext cx="1996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kern="100" dirty="0">
                <a:solidFill>
                  <a:schemeClr val="bg1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02.</a:t>
            </a:r>
            <a:r>
              <a:rPr lang="ko-KR" altLang="en-US" sz="12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 논문 요약</a:t>
            </a:r>
            <a:endParaRPr lang="en-US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511;p3">
            <a:extLst>
              <a:ext uri="{FF2B5EF4-FFF2-40B4-BE49-F238E27FC236}">
                <a16:creationId xmlns:a16="http://schemas.microsoft.com/office/drawing/2014/main" id="{A6F7EF2C-BE9E-176F-627C-B3826C8B6768}"/>
              </a:ext>
            </a:extLst>
          </p:cNvPr>
          <p:cNvSpPr txBox="1"/>
          <p:nvPr/>
        </p:nvSpPr>
        <p:spPr>
          <a:xfrm>
            <a:off x="338139" y="551395"/>
            <a:ext cx="6429375" cy="49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altLang="ko-KR" sz="2800" kern="100" dirty="0">
                <a:solidFill>
                  <a:srgbClr val="891A1C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2.2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논문 요약</a:t>
            </a:r>
            <a:endParaRPr sz="2800" kern="100" dirty="0">
              <a:solidFill>
                <a:srgbClr val="891A1C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A14C99-C226-F0F0-61BB-6144A55CB8A1}"/>
              </a:ext>
            </a:extLst>
          </p:cNvPr>
          <p:cNvSpPr txBox="1"/>
          <p:nvPr/>
        </p:nvSpPr>
        <p:spPr>
          <a:xfrm>
            <a:off x="500065" y="1300163"/>
            <a:ext cx="1043928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연구 배경 및 문제 정의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r>
              <a:rPr lang="en-US" altLang="ko-KR" dirty="0"/>
              <a:t> 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-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Q-Learning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과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DQN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알고리즘은 특정 조건에서 실제보다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value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를 높게 평가한다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. </a:t>
            </a:r>
          </a:p>
          <a:p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 -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이 문제는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Target</a:t>
            </a: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Q-value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계산 시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max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연산자를 사용하여 오차가 존재할 때도 최대값을 선택하는 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  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것에서 비롯된다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.</a:t>
            </a:r>
          </a:p>
          <a:p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 -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과대평가는 학습을 불안정하게 만들고 최적의 결과를 학습하는데 방해가 된다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.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제안 방법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 -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DDQN(Double DQN)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으로 행동의 선택과 행동의 가치 평가를 분리하여 과대평가를 방지한다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. </a:t>
            </a:r>
          </a:p>
          <a:p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 -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기존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DQN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을 그대로 사용하면서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Target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의 선택된 행동의 가치를 평가하도록 식을 변경한다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. </a:t>
            </a:r>
          </a:p>
          <a:p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실험 결과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 -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DQN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과 비교하여 가치추정의 정확도가 높아지고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,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과대평가가 감소함을 입증하였다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. </a:t>
            </a:r>
          </a:p>
          <a:p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 -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Atari 2600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게임에서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DDQN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이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DQN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보다 더 안정적이고 높은 점수를 보였다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.</a:t>
            </a:r>
            <a:endParaRPr lang="ko-KR" altLang="en-US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endParaRPr lang="ko-KR" altLang="en-US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7584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1A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443EBD-2493-FA17-CE2C-18D4EC63E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D63EB83-1FAB-1EDC-90C1-4A57097F9C91}"/>
              </a:ext>
            </a:extLst>
          </p:cNvPr>
          <p:cNvCxnSpPr>
            <a:cxnSpLocks/>
          </p:cNvCxnSpPr>
          <p:nvPr/>
        </p:nvCxnSpPr>
        <p:spPr>
          <a:xfrm>
            <a:off x="1049628" y="1285461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oogle Shape;446;p1">
            <a:extLst>
              <a:ext uri="{FF2B5EF4-FFF2-40B4-BE49-F238E27FC236}">
                <a16:creationId xmlns:a16="http://schemas.microsoft.com/office/drawing/2014/main" id="{BCE80045-F2BB-6AC1-F520-8E48DC3BDF12}"/>
              </a:ext>
            </a:extLst>
          </p:cNvPr>
          <p:cNvSpPr txBox="1"/>
          <p:nvPr/>
        </p:nvSpPr>
        <p:spPr>
          <a:xfrm>
            <a:off x="3554943" y="3030799"/>
            <a:ext cx="5099286" cy="79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5400"/>
            </a:pP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3.</a:t>
            </a:r>
            <a:r>
              <a:rPr lang="ko-KR" altLang="en-US" sz="28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환경 및 데이터셋</a:t>
            </a:r>
            <a:endParaRPr lang="en-US" altLang="ko-KR" sz="28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2E95EC4-7188-1B1E-64D8-B24DC3498EA7}"/>
              </a:ext>
            </a:extLst>
          </p:cNvPr>
          <p:cNvCxnSpPr>
            <a:cxnSpLocks/>
          </p:cNvCxnSpPr>
          <p:nvPr/>
        </p:nvCxnSpPr>
        <p:spPr>
          <a:xfrm>
            <a:off x="1049628" y="5593444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3015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BAA2F8-A847-553F-36EE-255F36265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C30981-43BC-C7C8-67DB-7B436F35AF6C}"/>
              </a:ext>
            </a:extLst>
          </p:cNvPr>
          <p:cNvSpPr txBox="1"/>
          <p:nvPr/>
        </p:nvSpPr>
        <p:spPr>
          <a:xfrm>
            <a:off x="662941" y="1"/>
            <a:ext cx="19964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kern="100" dirty="0">
                <a:solidFill>
                  <a:schemeClr val="bg1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03.</a:t>
            </a:r>
            <a:r>
              <a:rPr lang="ko-KR" altLang="en-US" sz="12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 환경 및 데이터셋</a:t>
            </a:r>
            <a:endParaRPr lang="en-US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511;p3">
            <a:extLst>
              <a:ext uri="{FF2B5EF4-FFF2-40B4-BE49-F238E27FC236}">
                <a16:creationId xmlns:a16="http://schemas.microsoft.com/office/drawing/2014/main" id="{C258D154-2D39-7CEC-629F-083D946A64C6}"/>
              </a:ext>
            </a:extLst>
          </p:cNvPr>
          <p:cNvSpPr txBox="1"/>
          <p:nvPr/>
        </p:nvSpPr>
        <p:spPr>
          <a:xfrm>
            <a:off x="338139" y="551395"/>
            <a:ext cx="6429375" cy="49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altLang="ko-KR" sz="2800" kern="100" dirty="0">
                <a:solidFill>
                  <a:srgbClr val="891A1C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3.1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환경 및 데이터셋</a:t>
            </a:r>
            <a:endParaRPr sz="2800" kern="100" dirty="0">
              <a:solidFill>
                <a:srgbClr val="891A1C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41539A-7350-E6D9-F40B-2919257687D0}"/>
              </a:ext>
            </a:extLst>
          </p:cNvPr>
          <p:cNvSpPr txBox="1"/>
          <p:nvPr/>
        </p:nvSpPr>
        <p:spPr>
          <a:xfrm>
            <a:off x="500064" y="1300163"/>
            <a:ext cx="1130944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환경 및 데이터셋의 변경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본 프로젝트에서는 원 논문과는 다른 환경과 상태 표현을 사용하였다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.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원 논문은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Atari 2600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게임에서 게임 화면 픽셀 이미지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(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84×84×4)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를 입력으로 하는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CNN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기반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Q-network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를 사용하였으나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본 프로젝트에서는 아래와 같은 이유로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다른 데이터셋을 사용하였다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.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	</a:t>
            </a:r>
          </a:p>
          <a:p>
            <a:pPr lvl="1"/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1.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DDQN</a:t>
            </a: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알고리즘 로직 검증에 집중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lvl="1"/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2.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이미지 전처리와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CNN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설계에 따른 복잡도 배제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lvl="1"/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3.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제한된 시간과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GPU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자원 내에서 안정적 실험 수행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본 프로젝트에서는 알고리즘의 제어 성능을 객관적으로 검증하기 위하여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강화학습에서 표준 벤치마크 환경인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Gymnasium LunarLander-v3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을 활용하였다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환경 및 데이터셋 비교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FCFA63C-6AE8-6CFC-6061-FA5DCC3540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680983"/>
              </p:ext>
            </p:extLst>
          </p:nvPr>
        </p:nvGraphicFramePr>
        <p:xfrm>
          <a:off x="1071737" y="4616465"/>
          <a:ext cx="8128082" cy="1690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791">
                  <a:extLst>
                    <a:ext uri="{9D8B030D-6E8A-4147-A177-3AD203B41FA5}">
                      <a16:colId xmlns:a16="http://schemas.microsoft.com/office/drawing/2014/main" val="2819809997"/>
                    </a:ext>
                  </a:extLst>
                </a:gridCol>
                <a:gridCol w="3329659">
                  <a:extLst>
                    <a:ext uri="{9D8B030D-6E8A-4147-A177-3AD203B41FA5}">
                      <a16:colId xmlns:a16="http://schemas.microsoft.com/office/drawing/2014/main" val="3874427070"/>
                    </a:ext>
                  </a:extLst>
                </a:gridCol>
                <a:gridCol w="3544632">
                  <a:extLst>
                    <a:ext uri="{9D8B030D-6E8A-4147-A177-3AD203B41FA5}">
                      <a16:colId xmlns:a16="http://schemas.microsoft.com/office/drawing/2014/main" val="1635168700"/>
                    </a:ext>
                  </a:extLst>
                </a:gridCol>
              </a:tblGrid>
              <a:tr h="370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91A1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원 논문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91A1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본 프로젝트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91A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453184"/>
                  </a:ext>
                </a:extLst>
              </a:tr>
              <a:tr h="370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환경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Atari 2600 </a:t>
                      </a: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게임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Gymnasium LunarLander-v3</a:t>
                      </a:r>
                      <a:endParaRPr lang="ko-KR" altLang="en-US" sz="1600" kern="100" dirty="0">
                        <a:solidFill>
                          <a:schemeClr val="tx1"/>
                        </a:solidFill>
                        <a:latin typeface="Mangal Pro" panose="00000500000000000000" pitchFamily="2" charset="0"/>
                        <a:ea typeface="서강체 TTF" pitchFamily="2" charset="-127"/>
                        <a:cs typeface="Mangal Pro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399333"/>
                  </a:ext>
                </a:extLst>
              </a:tr>
              <a:tr h="4349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입력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게임화면 픽셀 이미지</a:t>
                      </a:r>
                      <a:endParaRPr lang="en-US" altLang="ko-KR" sz="1600" kern="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서강체 TTF" pitchFamily="2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/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(84*84*4)</a:t>
                      </a:r>
                      <a:endParaRPr lang="ko-KR" altLang="en-US" sz="1600" kern="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서강체 TTF" pitchFamily="2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8</a:t>
                      </a: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차원 연속 상태 벡터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77179"/>
                  </a:ext>
                </a:extLst>
              </a:tr>
              <a:tr h="370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모델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CNN</a:t>
                      </a:r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기반 </a:t>
                      </a:r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Q-network</a:t>
                      </a:r>
                      <a:endParaRPr lang="ko-KR" altLang="en-US" sz="1600" kern="100" dirty="0">
                        <a:solidFill>
                          <a:schemeClr val="tx1"/>
                        </a:solidFill>
                        <a:latin typeface="Mangal Pro" panose="00000500000000000000" pitchFamily="2" charset="0"/>
                        <a:ea typeface="서강체 TTF" pitchFamily="2" charset="-127"/>
                        <a:cs typeface="Mangal Pro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MLP</a:t>
                      </a:r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기반 </a:t>
                      </a:r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Q-network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0176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4259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1A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708C7-49FF-AAB9-4072-E8C098AF8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ECA53FF-0DBB-5D5C-78DB-3E8B4AF27EB7}"/>
              </a:ext>
            </a:extLst>
          </p:cNvPr>
          <p:cNvCxnSpPr>
            <a:cxnSpLocks/>
          </p:cNvCxnSpPr>
          <p:nvPr/>
        </p:nvCxnSpPr>
        <p:spPr>
          <a:xfrm>
            <a:off x="1049628" y="1285461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oogle Shape;446;p1">
            <a:extLst>
              <a:ext uri="{FF2B5EF4-FFF2-40B4-BE49-F238E27FC236}">
                <a16:creationId xmlns:a16="http://schemas.microsoft.com/office/drawing/2014/main" id="{0BBE0D2C-0CFA-2432-3C6E-3FF1E25FE335}"/>
              </a:ext>
            </a:extLst>
          </p:cNvPr>
          <p:cNvSpPr txBox="1"/>
          <p:nvPr/>
        </p:nvSpPr>
        <p:spPr>
          <a:xfrm>
            <a:off x="3554943" y="3030799"/>
            <a:ext cx="5099286" cy="79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5400"/>
            </a:pP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4.</a:t>
            </a:r>
            <a:r>
              <a:rPr lang="ko-KR" altLang="en-US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 </a:t>
            </a: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State, Action, Reward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8E20529-4C46-78FB-97A3-6E6C79BDE80B}"/>
              </a:ext>
            </a:extLst>
          </p:cNvPr>
          <p:cNvCxnSpPr>
            <a:cxnSpLocks/>
          </p:cNvCxnSpPr>
          <p:nvPr/>
        </p:nvCxnSpPr>
        <p:spPr>
          <a:xfrm>
            <a:off x="1049628" y="5593444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776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69751-DEDF-9033-0367-69C2DB609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EC15EB-E3F9-3236-F1D6-0199EDAA232A}"/>
              </a:ext>
            </a:extLst>
          </p:cNvPr>
          <p:cNvSpPr txBox="1"/>
          <p:nvPr/>
        </p:nvSpPr>
        <p:spPr>
          <a:xfrm>
            <a:off x="662941" y="12879"/>
            <a:ext cx="19964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kern="100" dirty="0">
                <a:solidFill>
                  <a:schemeClr val="bg1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04.</a:t>
            </a:r>
            <a:r>
              <a:rPr lang="ko-KR" altLang="en-US" sz="11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 </a:t>
            </a:r>
            <a:r>
              <a:rPr lang="en-US" altLang="ko-KR" sz="11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State, Action, Reward</a:t>
            </a:r>
            <a:endParaRPr lang="en-US" altLang="ko-KR" sz="11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511;p3">
            <a:extLst>
              <a:ext uri="{FF2B5EF4-FFF2-40B4-BE49-F238E27FC236}">
                <a16:creationId xmlns:a16="http://schemas.microsoft.com/office/drawing/2014/main" id="{5D73EC31-BB47-F3ED-D0FD-B0A757F34608}"/>
              </a:ext>
            </a:extLst>
          </p:cNvPr>
          <p:cNvSpPr txBox="1"/>
          <p:nvPr/>
        </p:nvSpPr>
        <p:spPr>
          <a:xfrm>
            <a:off x="338139" y="551395"/>
            <a:ext cx="6429375" cy="49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altLang="ko-KR" sz="2800" kern="100" dirty="0">
                <a:solidFill>
                  <a:srgbClr val="891A1C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4.1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</a:t>
            </a:r>
            <a:r>
              <a:rPr lang="en-US" altLang="ko-KR" sz="2800" kern="100" dirty="0">
                <a:solidFill>
                  <a:srgbClr val="891A1C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State, Action, Reward 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설계</a:t>
            </a:r>
            <a:endParaRPr sz="2800" kern="100" dirty="0">
              <a:solidFill>
                <a:srgbClr val="891A1C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DAEC2-FE4E-67DD-9837-DE226BBD6C8B}"/>
              </a:ext>
            </a:extLst>
          </p:cNvPr>
          <p:cNvSpPr txBox="1"/>
          <p:nvPr/>
        </p:nvSpPr>
        <p:spPr>
          <a:xfrm>
            <a:off x="500064" y="1300163"/>
            <a:ext cx="1130944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설계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State, Action, Reward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설계는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Gymnasium LunarLander-v3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벤치마크 환경에 내장된 표준 설계 수치 채택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24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State, Action, Reward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endParaRPr lang="ko-KR" altLang="en-US" dirty="0"/>
          </a:p>
          <a:p>
            <a:endParaRPr lang="en-US" altLang="ko-KR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CD9DD1F-76A0-F44D-758B-9F4826431E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94592"/>
              </p:ext>
            </p:extLst>
          </p:nvPr>
        </p:nvGraphicFramePr>
        <p:xfrm>
          <a:off x="662941" y="2798375"/>
          <a:ext cx="10759608" cy="23055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6536">
                  <a:extLst>
                    <a:ext uri="{9D8B030D-6E8A-4147-A177-3AD203B41FA5}">
                      <a16:colId xmlns:a16="http://schemas.microsoft.com/office/drawing/2014/main" val="2819809997"/>
                    </a:ext>
                  </a:extLst>
                </a:gridCol>
                <a:gridCol w="3586536">
                  <a:extLst>
                    <a:ext uri="{9D8B030D-6E8A-4147-A177-3AD203B41FA5}">
                      <a16:colId xmlns:a16="http://schemas.microsoft.com/office/drawing/2014/main" val="3874427070"/>
                    </a:ext>
                  </a:extLst>
                </a:gridCol>
                <a:gridCol w="3586536">
                  <a:extLst>
                    <a:ext uri="{9D8B030D-6E8A-4147-A177-3AD203B41FA5}">
                      <a16:colId xmlns:a16="http://schemas.microsoft.com/office/drawing/2014/main" val="1635168700"/>
                    </a:ext>
                  </a:extLst>
                </a:gridCol>
              </a:tblGrid>
              <a:tr h="50925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00" dirty="0">
                          <a:solidFill>
                            <a:schemeClr val="bg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  <a:sym typeface="Arial"/>
                        </a:rPr>
                        <a:t>State</a:t>
                      </a:r>
                      <a:endParaRPr lang="ko-KR" altLang="en-US" sz="1800" kern="1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서강체 TTF" pitchFamily="2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91A1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00" dirty="0">
                          <a:solidFill>
                            <a:schemeClr val="bg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  <a:sym typeface="Arial"/>
                        </a:rPr>
                        <a:t>Action</a:t>
                      </a:r>
                      <a:endParaRPr lang="ko-KR" altLang="en-US" sz="1800" kern="1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서강체 TTF" pitchFamily="2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91A1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kern="100" dirty="0">
                          <a:solidFill>
                            <a:schemeClr val="bg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  <a:sym typeface="Arial"/>
                        </a:rPr>
                        <a:t>Reward</a:t>
                      </a:r>
                      <a:endParaRPr lang="ko-KR" altLang="en-US" sz="1800" kern="100" dirty="0">
                        <a:solidFill>
                          <a:schemeClr val="bg1"/>
                        </a:solidFill>
                        <a:latin typeface="맑은 고딕" panose="020B0503020000020004" pitchFamily="50" charset="-127"/>
                        <a:ea typeface="서강체 TTF" pitchFamily="2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91A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453184"/>
                  </a:ext>
                </a:extLst>
              </a:tr>
              <a:tr h="1796275"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ko-KR" sz="1600" kern="100" dirty="0">
                          <a:solidFill>
                            <a:schemeClr val="dk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Launder</a:t>
                      </a:r>
                      <a:r>
                        <a:rPr lang="ko-KR" altLang="en-US" sz="1600" kern="100" dirty="0"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의 </a:t>
                      </a:r>
                      <a:r>
                        <a:rPr lang="en-US" altLang="ko-KR" sz="1600" kern="100" dirty="0" err="1"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x,y</a:t>
                      </a:r>
                      <a:r>
                        <a:rPr lang="en-US" altLang="ko-KR" sz="1600" kern="100" dirty="0"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ko-KR" altLang="en-US" sz="1600" kern="100" dirty="0"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위치</a:t>
                      </a:r>
                      <a:endParaRPr lang="en-US" altLang="ko-KR" sz="1600" kern="100" dirty="0">
                        <a:latin typeface="맑은 고딕" panose="020B0503020000020004" pitchFamily="50" charset="-127"/>
                        <a:ea typeface="서강체 TTF" pitchFamily="2" charset="-127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ko-KR" sz="1600" kern="100" dirty="0"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x, y</a:t>
                      </a:r>
                      <a:r>
                        <a:rPr lang="ko-KR" altLang="en-US" sz="1600" kern="100" dirty="0"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의 속도</a:t>
                      </a:r>
                      <a:endParaRPr lang="en-US" altLang="ko-KR" sz="1600" kern="100" dirty="0">
                        <a:latin typeface="맑은 고딕" panose="020B0503020000020004" pitchFamily="50" charset="-127"/>
                        <a:ea typeface="서강체 TTF" pitchFamily="2" charset="-127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600" kern="100" dirty="0"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착륙선의 각도</a:t>
                      </a:r>
                      <a:endParaRPr lang="en-US" altLang="ko-KR" sz="1600" kern="100" dirty="0">
                        <a:latin typeface="맑은 고딕" panose="020B0503020000020004" pitchFamily="50" charset="-127"/>
                        <a:ea typeface="서강체 TTF" pitchFamily="2" charset="-127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600" kern="100" dirty="0"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왼쪽</a:t>
                      </a:r>
                      <a:r>
                        <a:rPr lang="en-US" altLang="ko-KR" sz="1600" kern="100" dirty="0"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ko-KR" altLang="en-US" sz="1600" kern="100" dirty="0"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오른쪽 발이 지면에 닿는 여부 </a:t>
                      </a:r>
                      <a:r>
                        <a:rPr lang="en-US" altLang="ko-KR" sz="1600" kern="100" dirty="0">
                          <a:solidFill>
                            <a:schemeClr val="dk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(Boolean)</a:t>
                      </a:r>
                    </a:p>
                    <a:p>
                      <a:pPr algn="ctr" latinLnBrk="1"/>
                      <a:endParaRPr lang="ko-KR" altLang="en-US" sz="1800" kern="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서강체 TTF" pitchFamily="2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ko-KR" sz="1600" kern="100" dirty="0"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Do nothing: 0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ko-KR" sz="1600" kern="100" dirty="0"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Left engine: 2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ko-KR" sz="1600" kern="100" dirty="0"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Right engine: 3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altLang="ko-KR" sz="1600" kern="100" dirty="0"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Main engine: 1</a:t>
                      </a:r>
                    </a:p>
                    <a:p>
                      <a:pPr algn="ctr" latinLnBrk="1"/>
                      <a:endParaRPr lang="ko-KR" altLang="en-US" sz="1600" kern="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서강체 TTF" pitchFamily="2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안전한 착륙</a:t>
                      </a:r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altLang="ko-KR" sz="1600" kern="100" dirty="0">
                          <a:solidFill>
                            <a:schemeClr val="dk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100~140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추락</a:t>
                      </a:r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: -</a:t>
                      </a:r>
                      <a:r>
                        <a:rPr lang="en-US" altLang="ko-KR" sz="1600" kern="100" dirty="0">
                          <a:solidFill>
                            <a:schemeClr val="dk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100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엔진가동</a:t>
                      </a:r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: </a:t>
                      </a:r>
                      <a:r>
                        <a:rPr lang="en-US" altLang="ko-KR" sz="1600" kern="100" dirty="0">
                          <a:solidFill>
                            <a:schemeClr val="dk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-0.3/step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에피소드 종료</a:t>
                      </a:r>
                      <a:endParaRPr lang="en-US" altLang="ko-KR" sz="1600" kern="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서강체 TTF" pitchFamily="2" charset="-127"/>
                        <a:cs typeface="Times New Roman" panose="02020603050405020304" pitchFamily="18" charset="0"/>
                      </a:endParaRPr>
                    </a:p>
                    <a:p>
                      <a:pPr algn="ctr" latinLnBrk="1"/>
                      <a:endParaRPr lang="ko-KR" altLang="en-US" sz="1600" kern="100" dirty="0">
                        <a:solidFill>
                          <a:schemeClr val="tx1"/>
                        </a:solidFill>
                        <a:latin typeface="Mangal Pro" panose="00000500000000000000" pitchFamily="2" charset="0"/>
                        <a:ea typeface="서강체 TTF" pitchFamily="2" charset="-127"/>
                        <a:cs typeface="Mangal Pro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7399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6940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1A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BEEAAE-2703-FA95-2DA0-7E5C9D615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5DE316A-E70F-65F2-77E7-BCF3A93996DF}"/>
              </a:ext>
            </a:extLst>
          </p:cNvPr>
          <p:cNvCxnSpPr>
            <a:cxnSpLocks/>
          </p:cNvCxnSpPr>
          <p:nvPr/>
        </p:nvCxnSpPr>
        <p:spPr>
          <a:xfrm>
            <a:off x="1049628" y="1285461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oogle Shape;446;p1">
            <a:extLst>
              <a:ext uri="{FF2B5EF4-FFF2-40B4-BE49-F238E27FC236}">
                <a16:creationId xmlns:a16="http://schemas.microsoft.com/office/drawing/2014/main" id="{A7595BB2-79E7-3B0A-8240-767627C0777F}"/>
              </a:ext>
            </a:extLst>
          </p:cNvPr>
          <p:cNvSpPr txBox="1"/>
          <p:nvPr/>
        </p:nvSpPr>
        <p:spPr>
          <a:xfrm>
            <a:off x="3554942" y="3030799"/>
            <a:ext cx="5222009" cy="79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5400"/>
            </a:pP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5.</a:t>
            </a:r>
            <a:r>
              <a:rPr lang="ko-KR" altLang="en-US" sz="28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알고리즘과 </a:t>
            </a: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Hyperparameter</a:t>
            </a: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9CC4F12-E26D-45C8-BE32-9DE12228F693}"/>
              </a:ext>
            </a:extLst>
          </p:cNvPr>
          <p:cNvCxnSpPr>
            <a:cxnSpLocks/>
          </p:cNvCxnSpPr>
          <p:nvPr/>
        </p:nvCxnSpPr>
        <p:spPr>
          <a:xfrm>
            <a:off x="1049628" y="5593444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3547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8AB13-A211-B13F-7A5A-A2A4CE8BF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5A371B-2A86-16A9-1F5E-C3E7AC0965DC}"/>
              </a:ext>
            </a:extLst>
          </p:cNvPr>
          <p:cNvSpPr txBox="1"/>
          <p:nvPr/>
        </p:nvSpPr>
        <p:spPr>
          <a:xfrm>
            <a:off x="566670" y="25757"/>
            <a:ext cx="2163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kern="100" dirty="0">
                <a:solidFill>
                  <a:schemeClr val="bg1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05.</a:t>
            </a:r>
            <a:r>
              <a:rPr lang="ko-KR" altLang="en-US" sz="10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 알고리즘과 </a:t>
            </a:r>
            <a:r>
              <a:rPr lang="en-US" altLang="ko-KR" sz="11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Hyperparameter</a:t>
            </a:r>
            <a:endParaRPr lang="en-US" altLang="ko-KR" sz="10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511;p3">
            <a:extLst>
              <a:ext uri="{FF2B5EF4-FFF2-40B4-BE49-F238E27FC236}">
                <a16:creationId xmlns:a16="http://schemas.microsoft.com/office/drawing/2014/main" id="{C63D448B-31F1-DD13-2B38-E1B9F4E211B7}"/>
              </a:ext>
            </a:extLst>
          </p:cNvPr>
          <p:cNvSpPr txBox="1"/>
          <p:nvPr/>
        </p:nvSpPr>
        <p:spPr>
          <a:xfrm>
            <a:off x="338139" y="551395"/>
            <a:ext cx="6429375" cy="49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altLang="ko-KR" sz="2800" kern="100" dirty="0">
                <a:solidFill>
                  <a:srgbClr val="891A1C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5.1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</a:t>
            </a:r>
            <a:r>
              <a:rPr lang="en-US" altLang="ko-KR" sz="2800" kern="100" dirty="0">
                <a:solidFill>
                  <a:srgbClr val="891A1C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DQN</a:t>
            </a:r>
            <a:r>
              <a:rPr lang="ko-KR" altLang="en-US" sz="2800" kern="100" dirty="0">
                <a:solidFill>
                  <a:srgbClr val="891A1C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과 </a:t>
            </a:r>
            <a:r>
              <a:rPr lang="en-US" altLang="ko-KR" sz="2800" kern="100" dirty="0">
                <a:solidFill>
                  <a:srgbClr val="891A1C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DDQN</a:t>
            </a:r>
            <a:endParaRPr sz="2800" kern="100" dirty="0">
              <a:solidFill>
                <a:srgbClr val="891A1C"/>
              </a:solidFill>
              <a:latin typeface="Mangal Pro" panose="00000500000000000000" pitchFamily="2" charset="0"/>
              <a:ea typeface="서강체 TTF" pitchFamily="2" charset="-127"/>
              <a:cs typeface="Mangal Pro" panose="00000500000000000000" pitchFamily="2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44A5DC-B55A-0788-CB8A-75A9D4353F9D}"/>
              </a:ext>
            </a:extLst>
          </p:cNvPr>
          <p:cNvSpPr txBox="1"/>
          <p:nvPr/>
        </p:nvSpPr>
        <p:spPr>
          <a:xfrm>
            <a:off x="500064" y="1300163"/>
            <a:ext cx="113094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24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DQN</a:t>
            </a:r>
          </a:p>
          <a:p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r>
              <a:rPr lang="en-US" altLang="ko-KR" dirty="0"/>
              <a:t> 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- </a:t>
            </a:r>
            <a:r>
              <a:rPr lang="en-US" altLang="ko-KR" kern="100" dirty="0" err="1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Targert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 Q-value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계산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시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max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연산자로 추정 오차가 큰 값을 지속적으로 선택하여 과대평가 유발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1490CF7-55BB-3C47-909B-5CCC3A340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10" y="1744287"/>
            <a:ext cx="3959158" cy="6104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76D04F1-3D09-164A-7D2D-660697E43C3F}"/>
              </a:ext>
            </a:extLst>
          </p:cNvPr>
          <p:cNvSpPr txBox="1"/>
          <p:nvPr/>
        </p:nvSpPr>
        <p:spPr>
          <a:xfrm>
            <a:off x="566670" y="3610069"/>
            <a:ext cx="113094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24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DDQN</a:t>
            </a:r>
          </a:p>
          <a:p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r>
              <a:rPr lang="en-US" altLang="ko-KR" dirty="0"/>
              <a:t> 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-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행동의 선택은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online network(</a:t>
            </a:r>
            <a:r>
              <a:rPr lang="el-GR" altLang="ko-KR" kern="100" dirty="0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rPr>
              <a:t>θ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)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로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가치의 평가는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Target network(</a:t>
            </a:r>
            <a:r>
              <a:rPr lang="el-GR" altLang="ko-KR" dirty="0"/>
              <a:t>θ−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)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로 분리하여 과대평가를 감소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9DC30F9-4BE1-C5BC-806E-F04A21A333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10" y="4044317"/>
            <a:ext cx="6951347" cy="60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150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89F8A-D788-0C0A-5C3F-A49C573E8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C7B4D8-C67A-7666-E217-298122EF8E84}"/>
              </a:ext>
            </a:extLst>
          </p:cNvPr>
          <p:cNvSpPr txBox="1"/>
          <p:nvPr/>
        </p:nvSpPr>
        <p:spPr>
          <a:xfrm>
            <a:off x="566670" y="25757"/>
            <a:ext cx="21636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kern="100" dirty="0">
                <a:solidFill>
                  <a:schemeClr val="bg1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05.</a:t>
            </a:r>
            <a:r>
              <a:rPr lang="ko-KR" altLang="en-US" sz="10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 알고리즘과 </a:t>
            </a:r>
            <a:r>
              <a:rPr lang="en-US" altLang="ko-KR" sz="11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Hyperparameter</a:t>
            </a:r>
            <a:endParaRPr lang="en-US" altLang="ko-KR" sz="10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511;p3">
            <a:extLst>
              <a:ext uri="{FF2B5EF4-FFF2-40B4-BE49-F238E27FC236}">
                <a16:creationId xmlns:a16="http://schemas.microsoft.com/office/drawing/2014/main" id="{CD0B55D5-9342-0C38-8795-948CAA066931}"/>
              </a:ext>
            </a:extLst>
          </p:cNvPr>
          <p:cNvSpPr txBox="1"/>
          <p:nvPr/>
        </p:nvSpPr>
        <p:spPr>
          <a:xfrm>
            <a:off x="338139" y="551395"/>
            <a:ext cx="6429375" cy="49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altLang="ko-KR" sz="2800" kern="100" dirty="0">
                <a:solidFill>
                  <a:srgbClr val="891A1C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5.2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</a:t>
            </a:r>
            <a:r>
              <a:rPr lang="en-US" altLang="ko-KR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Hyperparameter 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설정</a:t>
            </a:r>
            <a:endParaRPr sz="2800" kern="100" dirty="0">
              <a:solidFill>
                <a:srgbClr val="891A1C"/>
              </a:solidFill>
              <a:latin typeface="Mangal Pro" panose="00000500000000000000" pitchFamily="2" charset="0"/>
              <a:ea typeface="서강체 TTF" pitchFamily="2" charset="-127"/>
              <a:cs typeface="Mangal Pro" panose="00000500000000000000" pitchFamily="2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2884E7-5212-EFE7-28D7-BBC395AE74CE}"/>
              </a:ext>
            </a:extLst>
          </p:cNvPr>
          <p:cNvSpPr txBox="1"/>
          <p:nvPr/>
        </p:nvSpPr>
        <p:spPr>
          <a:xfrm>
            <a:off x="441279" y="1173956"/>
            <a:ext cx="1130944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24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Hyperparameter 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원 논문의 전략을 준수하여 알고리즘의 본질을 유지하되 실험 환경 변경으로 </a:t>
            </a:r>
            <a:r>
              <a:rPr lang="ko-KR" altLang="en-US" kern="100" dirty="0" err="1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학습률과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배치사이즈 등 조정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sz="2000" b="1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업데이트 주기 변경을 추가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하여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DDQN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의 성능 변화 측정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F175C3FB-855E-1382-98FD-18313F224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675198"/>
              </p:ext>
            </p:extLst>
          </p:nvPr>
        </p:nvGraphicFramePr>
        <p:xfrm>
          <a:off x="876255" y="2315826"/>
          <a:ext cx="9991771" cy="39238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943">
                  <a:extLst>
                    <a:ext uri="{9D8B030D-6E8A-4147-A177-3AD203B41FA5}">
                      <a16:colId xmlns:a16="http://schemas.microsoft.com/office/drawing/2014/main" val="646160005"/>
                    </a:ext>
                  </a:extLst>
                </a:gridCol>
                <a:gridCol w="2497943">
                  <a:extLst>
                    <a:ext uri="{9D8B030D-6E8A-4147-A177-3AD203B41FA5}">
                      <a16:colId xmlns:a16="http://schemas.microsoft.com/office/drawing/2014/main" val="137114650"/>
                    </a:ext>
                  </a:extLst>
                </a:gridCol>
                <a:gridCol w="4995885">
                  <a:extLst>
                    <a:ext uri="{9D8B030D-6E8A-4147-A177-3AD203B41FA5}">
                      <a16:colId xmlns:a16="http://schemas.microsoft.com/office/drawing/2014/main" val="2716562846"/>
                    </a:ext>
                  </a:extLst>
                </a:gridCol>
              </a:tblGrid>
              <a:tr h="330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항목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91A1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값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91A1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kern="10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의미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91A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0994093"/>
                  </a:ext>
                </a:extLst>
              </a:tr>
              <a:tr h="330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학습률</a:t>
                      </a:r>
                      <a:endParaRPr lang="ko-KR" altLang="en-US" sz="1600" kern="1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서강체 TTF" pitchFamily="2" charset="-127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5e-4</a:t>
                      </a:r>
                      <a:endParaRPr lang="ko-KR" altLang="en-US" sz="1600" kern="100" dirty="0">
                        <a:solidFill>
                          <a:schemeClr val="tx1"/>
                        </a:solidFill>
                        <a:latin typeface="Mangal Pro" panose="00000500000000000000" pitchFamily="2" charset="0"/>
                        <a:ea typeface="서강체 TTF" pitchFamily="2" charset="-127"/>
                        <a:cs typeface="Mangal Pro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가중치의 조정의 크기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3205306"/>
                  </a:ext>
                </a:extLst>
              </a:tr>
              <a:tr h="3305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할인율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0.99</a:t>
                      </a:r>
                      <a:endParaRPr lang="ko-KR" altLang="en-US" sz="1600" kern="100" dirty="0">
                        <a:solidFill>
                          <a:schemeClr val="tx1"/>
                        </a:solidFill>
                        <a:latin typeface="Mangal Pro" panose="00000500000000000000" pitchFamily="2" charset="0"/>
                        <a:ea typeface="서강체 TTF" pitchFamily="2" charset="-127"/>
                        <a:cs typeface="Mangal Pro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원 논문과 같이 장기보상 고려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082459"/>
                  </a:ext>
                </a:extLst>
              </a:tr>
              <a:tr h="5704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배치크기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64</a:t>
                      </a:r>
                      <a:endParaRPr lang="ko-KR" altLang="en-US" sz="1600" kern="100" dirty="0">
                        <a:solidFill>
                          <a:schemeClr val="tx1"/>
                        </a:solidFill>
                        <a:latin typeface="Mangal Pro" panose="00000500000000000000" pitchFamily="2" charset="0"/>
                        <a:ea typeface="서강체 TTF" pitchFamily="2" charset="-127"/>
                        <a:cs typeface="Mangal Pro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한 번의 업데이트에 사용하는 </a:t>
                      </a:r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transition. </a:t>
                      </a: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계산의 효율성을 위하여 원 논문보다 크게 설정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1684806"/>
                  </a:ext>
                </a:extLst>
              </a:tr>
              <a:tr h="570453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Replay Buffer</a:t>
                      </a:r>
                      <a:endParaRPr lang="ko-KR" altLang="en-US" sz="1600" kern="100" dirty="0">
                        <a:solidFill>
                          <a:schemeClr val="tx1"/>
                        </a:solidFill>
                        <a:latin typeface="Mangal Pro" panose="00000500000000000000" pitchFamily="2" charset="0"/>
                        <a:ea typeface="서강체 TTF" pitchFamily="2" charset="-127"/>
                        <a:cs typeface="Mangal Pro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50000</a:t>
                      </a:r>
                      <a:endParaRPr lang="ko-KR" altLang="en-US" sz="1600" kern="100" dirty="0">
                        <a:solidFill>
                          <a:schemeClr val="tx1"/>
                        </a:solidFill>
                        <a:latin typeface="Mangal Pro" panose="00000500000000000000" pitchFamily="2" charset="0"/>
                        <a:ea typeface="서강체 TTF" pitchFamily="2" charset="-127"/>
                        <a:cs typeface="Mangal Pro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과거의 경험 저장 개수이며 이미지보다 적은 메모리를 차지하므로 메모리 용량과 속도를 위해 축소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4817280"/>
                  </a:ext>
                </a:extLst>
              </a:tr>
              <a:tr h="8149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Target Update </a:t>
                      </a: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주기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100, 1000, 10000</a:t>
                      </a:r>
                      <a:endParaRPr lang="ko-KR" altLang="en-US" sz="1600" kern="100" dirty="0">
                        <a:solidFill>
                          <a:schemeClr val="tx1"/>
                        </a:solidFill>
                        <a:latin typeface="Mangal Pro" panose="00000500000000000000" pitchFamily="2" charset="0"/>
                        <a:ea typeface="서강체 TTF" pitchFamily="2" charset="-127"/>
                        <a:cs typeface="Mangal Pro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원 논문에서는 </a:t>
                      </a:r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10000</a:t>
                      </a: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으로 고정되어 있지만 주기를 </a:t>
                      </a:r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가지로 나누어 </a:t>
                      </a:r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DDQN</a:t>
                      </a: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의 안정성 확인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605437"/>
                  </a:ext>
                </a:extLst>
              </a:tr>
              <a:tr h="570453">
                <a:tc>
                  <a:txBody>
                    <a:bodyPr/>
                    <a:lstStyle/>
                    <a:p>
                      <a:pPr algn="ctr" latinLnBrk="1"/>
                      <a:r>
                        <a:rPr lang="el-GR" altLang="ko-KR" sz="1600" kern="100" dirty="0">
                          <a:solidFill>
                            <a:schemeClr val="tx1"/>
                          </a:solidFill>
                          <a:ea typeface="서강체 TTF" pitchFamily="2" charset="-127"/>
                          <a:cs typeface="Mangal Pro" panose="00000500000000000000" pitchFamily="2" charset="0"/>
                        </a:rPr>
                        <a:t>ε-</a:t>
                      </a:r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greedy</a:t>
                      </a:r>
                      <a:endParaRPr lang="ko-KR" altLang="en-US" sz="1600" kern="100" dirty="0">
                        <a:solidFill>
                          <a:schemeClr val="tx1"/>
                        </a:solidFill>
                        <a:latin typeface="Mangal Pro" panose="00000500000000000000" pitchFamily="2" charset="0"/>
                        <a:ea typeface="서강체 TTF" pitchFamily="2" charset="-127"/>
                        <a:cs typeface="Mangal Pro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1 ~ 0.01</a:t>
                      </a:r>
                      <a:endParaRPr lang="ko-KR" altLang="en-US" sz="1600" kern="100" dirty="0">
                        <a:solidFill>
                          <a:schemeClr val="tx1"/>
                        </a:solidFill>
                        <a:latin typeface="Mangal Pro" panose="00000500000000000000" pitchFamily="2" charset="0"/>
                        <a:ea typeface="서강체 TTF" pitchFamily="2" charset="-127"/>
                        <a:cs typeface="Mangal Pro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무작위를 최대화에서 학습이 진행될 수록 단순하게 진행되도록 설정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0969442"/>
                  </a:ext>
                </a:extLst>
              </a:tr>
              <a:tr h="3305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Seeds</a:t>
                      </a:r>
                      <a:endParaRPr lang="ko-KR" altLang="en-US" sz="1600" kern="100" dirty="0">
                        <a:solidFill>
                          <a:schemeClr val="tx1"/>
                        </a:solidFill>
                        <a:latin typeface="Mangal Pro" panose="00000500000000000000" pitchFamily="2" charset="0"/>
                        <a:ea typeface="서강체 TTF" pitchFamily="2" charset="-127"/>
                        <a:cs typeface="Mangal Pro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kern="100" dirty="0">
                          <a:solidFill>
                            <a:schemeClr val="tx1"/>
                          </a:solidFill>
                          <a:latin typeface="Mangal Pro" panose="00000500000000000000" pitchFamily="2" charset="0"/>
                          <a:ea typeface="서강체 TTF" pitchFamily="2" charset="-127"/>
                          <a:cs typeface="Mangal Pro" panose="00000500000000000000" pitchFamily="2" charset="0"/>
                        </a:rPr>
                        <a:t>10, 20, 30</a:t>
                      </a:r>
                      <a:endParaRPr lang="ko-KR" altLang="en-US" sz="1600" kern="100" dirty="0">
                        <a:solidFill>
                          <a:schemeClr val="tx1"/>
                        </a:solidFill>
                        <a:latin typeface="Mangal Pro" panose="00000500000000000000" pitchFamily="2" charset="0"/>
                        <a:ea typeface="서강체 TTF" pitchFamily="2" charset="-127"/>
                        <a:cs typeface="Mangal Pro" panose="00000500000000000000" pitchFamily="2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단일 </a:t>
                      </a:r>
                      <a:r>
                        <a:rPr lang="ko-KR" altLang="en-US" sz="1600" kern="1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시드로</a:t>
                      </a:r>
                      <a:r>
                        <a:rPr lang="ko-KR" altLang="en-US" sz="1600" kern="1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서강체 TTF" pitchFamily="2" charset="-127"/>
                          <a:cs typeface="Times New Roman" panose="02020603050405020304" pitchFamily="18" charset="0"/>
                        </a:rPr>
                        <a:t> 인한 우연성 의존도를 낮추기 위한 설정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91A1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18414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52467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1A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3408CC-A881-1948-FBF8-3E17A10AC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1E9514E-97B3-7C32-E65A-3D7262E122A9}"/>
              </a:ext>
            </a:extLst>
          </p:cNvPr>
          <p:cNvCxnSpPr>
            <a:cxnSpLocks/>
          </p:cNvCxnSpPr>
          <p:nvPr/>
        </p:nvCxnSpPr>
        <p:spPr>
          <a:xfrm>
            <a:off x="1049628" y="1285461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oogle Shape;446;p1">
            <a:extLst>
              <a:ext uri="{FF2B5EF4-FFF2-40B4-BE49-F238E27FC236}">
                <a16:creationId xmlns:a16="http://schemas.microsoft.com/office/drawing/2014/main" id="{F0CF7D38-1458-DCA1-7EBA-3A0CBC9515D8}"/>
              </a:ext>
            </a:extLst>
          </p:cNvPr>
          <p:cNvSpPr txBox="1"/>
          <p:nvPr/>
        </p:nvSpPr>
        <p:spPr>
          <a:xfrm>
            <a:off x="3554943" y="3030799"/>
            <a:ext cx="5099286" cy="79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5400"/>
            </a:pP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6.</a:t>
            </a:r>
            <a:r>
              <a:rPr lang="ko-KR" altLang="en-US" sz="28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실험 셋업</a:t>
            </a:r>
            <a:endParaRPr lang="en-US" altLang="ko-KR" sz="28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6F3DC1D-D1F4-D664-A864-46B000C6B82E}"/>
              </a:ext>
            </a:extLst>
          </p:cNvPr>
          <p:cNvCxnSpPr>
            <a:cxnSpLocks/>
          </p:cNvCxnSpPr>
          <p:nvPr/>
        </p:nvCxnSpPr>
        <p:spPr>
          <a:xfrm>
            <a:off x="1049628" y="5593444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9691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346C5-4EFD-81A7-ABD3-84E18DC84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65C895-8123-7298-4126-18E3BD8898EA}"/>
              </a:ext>
            </a:extLst>
          </p:cNvPr>
          <p:cNvSpPr txBox="1"/>
          <p:nvPr/>
        </p:nvSpPr>
        <p:spPr>
          <a:xfrm>
            <a:off x="662941" y="25757"/>
            <a:ext cx="199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kern="100" dirty="0">
                <a:solidFill>
                  <a:schemeClr val="bg1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06.</a:t>
            </a:r>
            <a:r>
              <a:rPr lang="ko-KR" altLang="en-US" sz="12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 실험 셋업</a:t>
            </a:r>
            <a:endParaRPr lang="en-US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511;p3">
            <a:extLst>
              <a:ext uri="{FF2B5EF4-FFF2-40B4-BE49-F238E27FC236}">
                <a16:creationId xmlns:a16="http://schemas.microsoft.com/office/drawing/2014/main" id="{087EE113-40A1-C259-EEC8-404F830B6998}"/>
              </a:ext>
            </a:extLst>
          </p:cNvPr>
          <p:cNvSpPr txBox="1"/>
          <p:nvPr/>
        </p:nvSpPr>
        <p:spPr>
          <a:xfrm>
            <a:off x="338139" y="551395"/>
            <a:ext cx="6429375" cy="49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altLang="ko-KR" sz="2800" kern="100" dirty="0">
                <a:solidFill>
                  <a:srgbClr val="891A1C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6.1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실험 셋업</a:t>
            </a:r>
            <a:endParaRPr sz="2800" kern="100" dirty="0">
              <a:solidFill>
                <a:srgbClr val="891A1C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F62604-FBAF-63EB-8D5E-2B84C3B6F592}"/>
              </a:ext>
            </a:extLst>
          </p:cNvPr>
          <p:cNvSpPr txBox="1"/>
          <p:nvPr/>
        </p:nvSpPr>
        <p:spPr>
          <a:xfrm>
            <a:off x="500064" y="1300163"/>
            <a:ext cx="11309441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실험 환경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Google</a:t>
            </a: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Colab(T4 GPU), </a:t>
            </a:r>
            <a:r>
              <a:rPr lang="en-US" altLang="ko-KR" kern="100" dirty="0" err="1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PyTorch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 Framework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실험 횟수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각 설정마다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500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에피소드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3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개의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seeds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Evaluation Metric</a:t>
            </a: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하나의 에피소드의 총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reward</a:t>
            </a: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최근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100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에피소드 평균 보상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성공 기준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: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평균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200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점 이상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실험 구성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Baseline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비교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: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업데이트 주가가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1000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인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경우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신뢰도 실험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각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episode index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별 수평으로 평균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/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표준편차를 그림으로 표현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ko-KR" altLang="en-US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8496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1A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0AFE97-0C25-4801-25D9-4E1E77ED7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DAE066C-916C-BF83-9943-C8A8AE2D7B49}"/>
              </a:ext>
            </a:extLst>
          </p:cNvPr>
          <p:cNvCxnSpPr>
            <a:cxnSpLocks/>
          </p:cNvCxnSpPr>
          <p:nvPr/>
        </p:nvCxnSpPr>
        <p:spPr>
          <a:xfrm>
            <a:off x="1049628" y="1285461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oogle Shape;446;p1">
            <a:extLst>
              <a:ext uri="{FF2B5EF4-FFF2-40B4-BE49-F238E27FC236}">
                <a16:creationId xmlns:a16="http://schemas.microsoft.com/office/drawing/2014/main" id="{0170484A-72BA-680D-19DA-3ED7A2ADE54F}"/>
              </a:ext>
            </a:extLst>
          </p:cNvPr>
          <p:cNvSpPr txBox="1"/>
          <p:nvPr/>
        </p:nvSpPr>
        <p:spPr>
          <a:xfrm>
            <a:off x="3554943" y="3030799"/>
            <a:ext cx="5099286" cy="79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5400"/>
            </a:pP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7.</a:t>
            </a:r>
            <a:r>
              <a:rPr lang="ko-KR" altLang="en-US" sz="28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실험 결과</a:t>
            </a:r>
            <a:endParaRPr lang="en-US" altLang="ko-KR" sz="28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84C32BDB-0EE4-5310-4461-982EBB8BC9AA}"/>
              </a:ext>
            </a:extLst>
          </p:cNvPr>
          <p:cNvCxnSpPr>
            <a:cxnSpLocks/>
          </p:cNvCxnSpPr>
          <p:nvPr/>
        </p:nvCxnSpPr>
        <p:spPr>
          <a:xfrm>
            <a:off x="1049628" y="5593444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0070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0B19B-8C29-BEAD-562E-F16BC0F54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B0A994-8BB0-5255-6EDF-73D859820136}"/>
              </a:ext>
            </a:extLst>
          </p:cNvPr>
          <p:cNvSpPr txBox="1"/>
          <p:nvPr/>
        </p:nvSpPr>
        <p:spPr>
          <a:xfrm>
            <a:off x="662941" y="25757"/>
            <a:ext cx="199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kern="100" dirty="0">
                <a:solidFill>
                  <a:schemeClr val="bg1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07.</a:t>
            </a:r>
            <a:r>
              <a:rPr lang="ko-KR" altLang="en-US" sz="12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 실험 결과</a:t>
            </a:r>
            <a:endParaRPr lang="en-US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511;p3">
            <a:extLst>
              <a:ext uri="{FF2B5EF4-FFF2-40B4-BE49-F238E27FC236}">
                <a16:creationId xmlns:a16="http://schemas.microsoft.com/office/drawing/2014/main" id="{25675FA2-5D08-FBA1-E4D1-D35A16EAD99D}"/>
              </a:ext>
            </a:extLst>
          </p:cNvPr>
          <p:cNvSpPr txBox="1"/>
          <p:nvPr/>
        </p:nvSpPr>
        <p:spPr>
          <a:xfrm>
            <a:off x="338139" y="551395"/>
            <a:ext cx="6429375" cy="49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altLang="ko-KR" sz="2800" kern="100" dirty="0">
                <a:solidFill>
                  <a:srgbClr val="891A1C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7.1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알고리즘 성능 비교</a:t>
            </a:r>
            <a:endParaRPr sz="2800" kern="100" dirty="0">
              <a:solidFill>
                <a:srgbClr val="891A1C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A8F05E-A663-F537-1F68-F2B855C51727}"/>
              </a:ext>
            </a:extLst>
          </p:cNvPr>
          <p:cNvSpPr txBox="1"/>
          <p:nvPr/>
        </p:nvSpPr>
        <p:spPr>
          <a:xfrm>
            <a:off x="8269579" y="1512725"/>
            <a:ext cx="3616480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0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알고리즘의 성능 비교</a:t>
            </a:r>
            <a:endParaRPr lang="en-US" altLang="ko-KR" sz="20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r>
              <a:rPr lang="ko-KR" altLang="en-US" sz="20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endParaRPr lang="en-US" altLang="ko-KR" sz="20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sz="16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DDQN</a:t>
            </a:r>
            <a:r>
              <a:rPr lang="ko-KR" altLang="en-US" sz="16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이 </a:t>
            </a:r>
            <a:r>
              <a:rPr lang="en-US" altLang="ko-KR" sz="16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DQN</a:t>
            </a:r>
            <a:r>
              <a:rPr lang="ko-KR" altLang="en-US" sz="16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보다 더 높은 최종 점수에 도달했다</a:t>
            </a:r>
            <a:r>
              <a:rPr lang="en-US" altLang="ko-KR" sz="16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. </a:t>
            </a:r>
            <a:r>
              <a:rPr lang="ko-KR" altLang="en-US" sz="16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또한 </a:t>
            </a:r>
            <a:r>
              <a:rPr lang="en-US" altLang="ko-KR" sz="16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DDQN</a:t>
            </a:r>
            <a:r>
              <a:rPr lang="ko-KR" altLang="en-US" sz="16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의 신뢰구간인 음영 영역이 좁으므로 학습이 안정적이고 과대평가 경향이 감소했다고 볼 수 있다</a:t>
            </a:r>
            <a:r>
              <a:rPr lang="en-US" altLang="ko-KR" sz="16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. </a:t>
            </a:r>
            <a:r>
              <a:rPr lang="ko-KR" altLang="en-US" sz="16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그러나 원 논문과 비교하여서는 그 차이가 상대적으로 작게 나타난다</a:t>
            </a:r>
            <a:r>
              <a:rPr lang="en-US" altLang="ko-KR" sz="1600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.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 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4BFD1DE-1173-8A66-7544-685ABD31B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41" y="1296389"/>
            <a:ext cx="7963638" cy="449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D85BA42-70BC-9434-5F1B-0B3176D9F705}"/>
              </a:ext>
            </a:extLst>
          </p:cNvPr>
          <p:cNvSpPr/>
          <p:nvPr/>
        </p:nvSpPr>
        <p:spPr>
          <a:xfrm>
            <a:off x="5396248" y="1577662"/>
            <a:ext cx="1777284" cy="792051"/>
          </a:xfrm>
          <a:prstGeom prst="rect">
            <a:avLst/>
          </a:prstGeom>
          <a:noFill/>
          <a:ln w="38100">
            <a:solidFill>
              <a:srgbClr val="9E06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2891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7E81B-61DF-964E-B547-67327132A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8FD4C2-D9FF-3547-D8AE-6F34F81174D8}"/>
              </a:ext>
            </a:extLst>
          </p:cNvPr>
          <p:cNvSpPr txBox="1"/>
          <p:nvPr/>
        </p:nvSpPr>
        <p:spPr>
          <a:xfrm>
            <a:off x="662941" y="25757"/>
            <a:ext cx="199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kern="100" dirty="0">
                <a:solidFill>
                  <a:schemeClr val="bg1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07.</a:t>
            </a:r>
            <a:r>
              <a:rPr lang="ko-KR" altLang="en-US" sz="12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 실험 결과</a:t>
            </a:r>
            <a:endParaRPr lang="en-US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511;p3">
            <a:extLst>
              <a:ext uri="{FF2B5EF4-FFF2-40B4-BE49-F238E27FC236}">
                <a16:creationId xmlns:a16="http://schemas.microsoft.com/office/drawing/2014/main" id="{56E2CC21-3235-AC38-ED8C-520829CA933F}"/>
              </a:ext>
            </a:extLst>
          </p:cNvPr>
          <p:cNvSpPr txBox="1"/>
          <p:nvPr/>
        </p:nvSpPr>
        <p:spPr>
          <a:xfrm>
            <a:off x="338139" y="551395"/>
            <a:ext cx="6429375" cy="49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altLang="ko-KR" sz="2800" kern="100" dirty="0">
                <a:solidFill>
                  <a:srgbClr val="891A1C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7.2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</a:t>
            </a:r>
            <a:r>
              <a:rPr lang="en-US" altLang="ko-KR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Target 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업데이트 주기 변화 영향</a:t>
            </a:r>
            <a:endParaRPr sz="2800" kern="100" dirty="0">
              <a:solidFill>
                <a:srgbClr val="891A1C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644F8EFF-7E09-A805-5F89-8863770FBA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41" y="1296389"/>
            <a:ext cx="7963638" cy="449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6B3141-B658-9F80-AF4D-F538BE3D5EC1}"/>
              </a:ext>
            </a:extLst>
          </p:cNvPr>
          <p:cNvSpPr txBox="1"/>
          <p:nvPr/>
        </p:nvSpPr>
        <p:spPr>
          <a:xfrm>
            <a:off x="8269579" y="1512725"/>
            <a:ext cx="361648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en-US" altLang="ko-KR" sz="20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Target </a:t>
            </a:r>
            <a:r>
              <a:rPr lang="ko-KR" altLang="en-US" sz="20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업데이트 주기 변화 </a:t>
            </a:r>
            <a:endParaRPr lang="en-US" altLang="ko-KR" sz="20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endParaRPr lang="en-US" altLang="ko-KR" sz="20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1000</a:t>
            </a: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을 기준으로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target </a:t>
            </a: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갱신 주기를 더 빠르게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 </a:t>
            </a: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혹은 느리게 설정하였다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. </a:t>
            </a: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너무 큰 주기인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10000</a:t>
            </a: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은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target</a:t>
            </a: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의 업데이트가 거의 없고 평균 보상이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200</a:t>
            </a: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에 도달하지 못했다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.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2722E40-CA25-A429-5D47-AB3AE79E437D}"/>
              </a:ext>
            </a:extLst>
          </p:cNvPr>
          <p:cNvSpPr/>
          <p:nvPr/>
        </p:nvSpPr>
        <p:spPr>
          <a:xfrm>
            <a:off x="4391696" y="3644551"/>
            <a:ext cx="3528810" cy="792051"/>
          </a:xfrm>
          <a:prstGeom prst="rect">
            <a:avLst/>
          </a:prstGeom>
          <a:noFill/>
          <a:ln w="38100">
            <a:solidFill>
              <a:srgbClr val="9E060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58470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FAB51-257A-1A2A-EF65-3E124F597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9C3EE47-B491-C6C0-F4B1-E04B9F93470D}"/>
              </a:ext>
            </a:extLst>
          </p:cNvPr>
          <p:cNvSpPr txBox="1"/>
          <p:nvPr/>
        </p:nvSpPr>
        <p:spPr>
          <a:xfrm>
            <a:off x="662941" y="25757"/>
            <a:ext cx="199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kern="100" dirty="0">
                <a:solidFill>
                  <a:schemeClr val="bg1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07.</a:t>
            </a:r>
            <a:r>
              <a:rPr lang="ko-KR" altLang="en-US" sz="12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 실험 결과</a:t>
            </a:r>
            <a:endParaRPr lang="en-US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511;p3">
            <a:extLst>
              <a:ext uri="{FF2B5EF4-FFF2-40B4-BE49-F238E27FC236}">
                <a16:creationId xmlns:a16="http://schemas.microsoft.com/office/drawing/2014/main" id="{54F850AE-9888-113C-24E0-D8A104011189}"/>
              </a:ext>
            </a:extLst>
          </p:cNvPr>
          <p:cNvSpPr txBox="1"/>
          <p:nvPr/>
        </p:nvSpPr>
        <p:spPr>
          <a:xfrm>
            <a:off x="338139" y="551395"/>
            <a:ext cx="6429375" cy="49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just">
              <a:buClr>
                <a:srgbClr val="000000"/>
              </a:buClr>
              <a:buSzPts val="5000"/>
            </a:pPr>
            <a:r>
              <a:rPr lang="en-US" altLang="ko-KR" sz="2800" kern="100" dirty="0">
                <a:solidFill>
                  <a:srgbClr val="891A1C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7.3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신뢰도 평가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C4FD5E7D-64B0-3094-154F-0969E02DF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41" y="1296389"/>
            <a:ext cx="7963638" cy="449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ECE67EC-DD83-C1AC-0AE0-2C5841B10D82}"/>
              </a:ext>
            </a:extLst>
          </p:cNvPr>
          <p:cNvSpPr txBox="1"/>
          <p:nvPr/>
        </p:nvSpPr>
        <p:spPr>
          <a:xfrm>
            <a:off x="8269579" y="1512725"/>
            <a:ext cx="361648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0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신뢰도 평가</a:t>
            </a:r>
            <a:endParaRPr lang="en-US" altLang="ko-KR" sz="20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endParaRPr lang="en-US" altLang="ko-KR" sz="20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동일한 설정에서 다른 랜덤 방식으로 반복학습을 수행하여 신뢰도 구간을 표현하였다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.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그래프에서 각 선 주변의 반투명 영역은 여러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seed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에 대한 결과의 분산을 나타낸다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이 영역이 좁을수록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seed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간의 성능이 비슷하다는 것을 의미하므로 결과가 안정적이고 신뢰도가 높은 것으로 해석할 수 있다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377797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18960-0BA2-C71D-B9AA-108029F1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FF3C44-9A43-BC3B-8E4C-B09206C1E480}"/>
              </a:ext>
            </a:extLst>
          </p:cNvPr>
          <p:cNvSpPr txBox="1"/>
          <p:nvPr/>
        </p:nvSpPr>
        <p:spPr>
          <a:xfrm>
            <a:off x="662941" y="25757"/>
            <a:ext cx="199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kern="100" dirty="0">
                <a:solidFill>
                  <a:schemeClr val="bg1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07.</a:t>
            </a:r>
            <a:r>
              <a:rPr lang="ko-KR" altLang="en-US" sz="12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 실험 결과</a:t>
            </a:r>
            <a:endParaRPr lang="en-US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511;p3">
            <a:extLst>
              <a:ext uri="{FF2B5EF4-FFF2-40B4-BE49-F238E27FC236}">
                <a16:creationId xmlns:a16="http://schemas.microsoft.com/office/drawing/2014/main" id="{2A7EAA74-6F62-DD6D-8772-753F5299B32C}"/>
              </a:ext>
            </a:extLst>
          </p:cNvPr>
          <p:cNvSpPr txBox="1"/>
          <p:nvPr/>
        </p:nvSpPr>
        <p:spPr>
          <a:xfrm>
            <a:off x="338139" y="551395"/>
            <a:ext cx="6429375" cy="49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altLang="ko-KR" sz="2800" kern="100" dirty="0">
                <a:solidFill>
                  <a:srgbClr val="891A1C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7.3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신뢰도 평가</a:t>
            </a:r>
            <a:endParaRPr sz="2800" kern="100" dirty="0">
              <a:solidFill>
                <a:srgbClr val="891A1C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50E6CC-28A1-AD35-0EBE-B12AC8B1A105}"/>
              </a:ext>
            </a:extLst>
          </p:cNvPr>
          <p:cNvSpPr txBox="1"/>
          <p:nvPr/>
        </p:nvSpPr>
        <p:spPr>
          <a:xfrm>
            <a:off x="662941" y="5100638"/>
            <a:ext cx="113094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결과 </a:t>
            </a:r>
            <a:r>
              <a:rPr lang="en-US" altLang="ko-KR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3. </a:t>
            </a: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신뢰도 평가 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동일한 설정에서 다른 랜덤 방식으로 반복학습을 수행하여 신뢰도 구간을 표현하였다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.</a:t>
            </a:r>
            <a:endParaRPr lang="en-US" altLang="ko-KR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5531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1A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BD091F-BF3A-C749-9F98-B8BFAA2B3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3CE8674-A46F-51EA-D855-DA92D688BB11}"/>
              </a:ext>
            </a:extLst>
          </p:cNvPr>
          <p:cNvCxnSpPr>
            <a:cxnSpLocks/>
          </p:cNvCxnSpPr>
          <p:nvPr/>
        </p:nvCxnSpPr>
        <p:spPr>
          <a:xfrm>
            <a:off x="1049628" y="1285461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oogle Shape;446;p1">
            <a:extLst>
              <a:ext uri="{FF2B5EF4-FFF2-40B4-BE49-F238E27FC236}">
                <a16:creationId xmlns:a16="http://schemas.microsoft.com/office/drawing/2014/main" id="{A1A10B1E-A208-BD3D-D97D-98B435C88C78}"/>
              </a:ext>
            </a:extLst>
          </p:cNvPr>
          <p:cNvSpPr txBox="1"/>
          <p:nvPr/>
        </p:nvSpPr>
        <p:spPr>
          <a:xfrm>
            <a:off x="3554943" y="3030799"/>
            <a:ext cx="5099286" cy="79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5400"/>
            </a:pPr>
            <a:r>
              <a:rPr lang="en-US" altLang="ko-KR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8.</a:t>
            </a:r>
            <a:r>
              <a:rPr lang="ko-KR" altLang="en-US" sz="2800" kern="100" dirty="0">
                <a:solidFill>
                  <a:schemeClr val="bg1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토의 및 결론</a:t>
            </a:r>
            <a:endParaRPr lang="en-US" altLang="ko-KR" sz="28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30C995A-1318-4568-93B3-AE957F21FA59}"/>
              </a:ext>
            </a:extLst>
          </p:cNvPr>
          <p:cNvCxnSpPr>
            <a:cxnSpLocks/>
          </p:cNvCxnSpPr>
          <p:nvPr/>
        </p:nvCxnSpPr>
        <p:spPr>
          <a:xfrm>
            <a:off x="1049628" y="5593444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6932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371AC-081F-9892-4D3B-FE027C27D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9F406DC-280A-39B1-E565-01A94D37D5E2}"/>
              </a:ext>
            </a:extLst>
          </p:cNvPr>
          <p:cNvSpPr txBox="1"/>
          <p:nvPr/>
        </p:nvSpPr>
        <p:spPr>
          <a:xfrm>
            <a:off x="662941" y="25757"/>
            <a:ext cx="199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kern="100" dirty="0">
                <a:solidFill>
                  <a:schemeClr val="bg1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08.</a:t>
            </a:r>
            <a:r>
              <a:rPr lang="ko-KR" altLang="en-US" sz="12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 토의 및 결론</a:t>
            </a:r>
            <a:endParaRPr lang="en-US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511;p3">
            <a:extLst>
              <a:ext uri="{FF2B5EF4-FFF2-40B4-BE49-F238E27FC236}">
                <a16:creationId xmlns:a16="http://schemas.microsoft.com/office/drawing/2014/main" id="{564A59C6-1D34-E0FF-F3DD-41B153AE7A73}"/>
              </a:ext>
            </a:extLst>
          </p:cNvPr>
          <p:cNvSpPr txBox="1"/>
          <p:nvPr/>
        </p:nvSpPr>
        <p:spPr>
          <a:xfrm>
            <a:off x="338139" y="551395"/>
            <a:ext cx="6429375" cy="49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altLang="ko-KR" sz="2800" kern="100" dirty="0">
                <a:solidFill>
                  <a:srgbClr val="891A1C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8.1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토의 및 결론</a:t>
            </a:r>
            <a:endParaRPr sz="2800" kern="100" dirty="0">
              <a:solidFill>
                <a:srgbClr val="891A1C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578838-DB54-23D0-5ADD-F07EA4EB6329}"/>
              </a:ext>
            </a:extLst>
          </p:cNvPr>
          <p:cNvSpPr txBox="1"/>
          <p:nvPr/>
        </p:nvSpPr>
        <p:spPr>
          <a:xfrm>
            <a:off x="500064" y="1300163"/>
            <a:ext cx="11309441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토의  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dirty="0"/>
              <a:t>LunarLander-v3</a:t>
            </a:r>
            <a:r>
              <a:rPr lang="ko-KR" altLang="en-US" dirty="0"/>
              <a:t>는 상태 차원이 낮고 비교적 간단한 환경이기 때문에 원 논문의 환경보다는 과대평가 문제가 덜한 것일 수 있다</a:t>
            </a:r>
            <a:r>
              <a:rPr lang="en-US" altLang="ko-KR" dirty="0"/>
              <a:t>. </a:t>
            </a:r>
            <a:r>
              <a:rPr lang="ko-KR" altLang="en-US" dirty="0"/>
              <a:t>그러나 논문의 아이디어를 다른 환경에 적용해서 그 결과를 도출해낼 수 있었다는 점에서 의의가 있다</a:t>
            </a:r>
            <a:r>
              <a:rPr lang="en-US" altLang="ko-KR" dirty="0"/>
              <a:t>. 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DDQN</a:t>
            </a:r>
            <a:r>
              <a:rPr lang="ko-KR" altLang="en-US" dirty="0"/>
              <a:t>이 항상 우수한 결론을 나타내는 것이 아니고</a:t>
            </a:r>
            <a:r>
              <a:rPr lang="en-US" altLang="ko-KR" dirty="0"/>
              <a:t>, Target </a:t>
            </a:r>
            <a:r>
              <a:rPr lang="ko-KR" altLang="en-US" dirty="0"/>
              <a:t>업데이트 주기가 너무 크면 학습이 어렵기 때문에 적절한 조정이 필요할 것이다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dirty="0"/>
              <a:t> 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결론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 -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LunarLander-v3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환경에서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DQN vs DDQN</a:t>
            </a: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 모두 안정적으로 문제 해결</a:t>
            </a:r>
            <a:endParaRPr lang="ko-KR" altLang="en-US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  </a:t>
            </a:r>
            <a:r>
              <a:rPr lang="en-US" altLang="ko-KR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-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Target network </a:t>
            </a:r>
            <a:r>
              <a:rPr lang="ko-KR" altLang="en-US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업데이트 주기 빈도에 따라 성능과 안정성 확인</a:t>
            </a:r>
          </a:p>
        </p:txBody>
      </p:sp>
    </p:spTree>
    <p:extLst>
      <p:ext uri="{BB962C8B-B14F-4D97-AF65-F5344CB8AC3E}">
        <p14:creationId xmlns:p14="http://schemas.microsoft.com/office/powerpoint/2010/main" val="21640741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D34F0-4C92-376B-D616-BC7041F76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382FD38-37D6-1C93-1A77-ABECB67D2B59}"/>
              </a:ext>
            </a:extLst>
          </p:cNvPr>
          <p:cNvSpPr txBox="1"/>
          <p:nvPr/>
        </p:nvSpPr>
        <p:spPr>
          <a:xfrm>
            <a:off x="662941" y="25757"/>
            <a:ext cx="199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kern="100" dirty="0">
                <a:solidFill>
                  <a:schemeClr val="bg1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08.</a:t>
            </a:r>
            <a:r>
              <a:rPr lang="ko-KR" altLang="en-US" sz="12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 토의 및 결론</a:t>
            </a:r>
            <a:endParaRPr lang="en-US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511;p3">
            <a:extLst>
              <a:ext uri="{FF2B5EF4-FFF2-40B4-BE49-F238E27FC236}">
                <a16:creationId xmlns:a16="http://schemas.microsoft.com/office/drawing/2014/main" id="{7CD55F48-3F66-A2BE-3A05-1172FA3B7E2F}"/>
              </a:ext>
            </a:extLst>
          </p:cNvPr>
          <p:cNvSpPr txBox="1"/>
          <p:nvPr/>
        </p:nvSpPr>
        <p:spPr>
          <a:xfrm>
            <a:off x="338139" y="551395"/>
            <a:ext cx="6429375" cy="49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altLang="ko-KR" sz="2800" kern="100" dirty="0">
                <a:solidFill>
                  <a:srgbClr val="891A1C"/>
                </a:solidFill>
                <a:latin typeface="Mangal Pro" panose="020B0502040204020203" pitchFamily="2" charset="0"/>
                <a:ea typeface="ADLaM Display" panose="02010000000000000000" pitchFamily="2" charset="0"/>
                <a:cs typeface="Mangal Pro" panose="020B0502040204020203" pitchFamily="2" charset="0"/>
                <a:sym typeface="Arial"/>
              </a:rPr>
              <a:t>8.2</a:t>
            </a: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 한계 및 향후연구</a:t>
            </a:r>
            <a:endParaRPr sz="2800" kern="100" dirty="0">
              <a:solidFill>
                <a:srgbClr val="891A1C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509D33-6159-EC2F-DA68-84CC75F2C269}"/>
              </a:ext>
            </a:extLst>
          </p:cNvPr>
          <p:cNvSpPr txBox="1"/>
          <p:nvPr/>
        </p:nvSpPr>
        <p:spPr>
          <a:xfrm>
            <a:off x="500064" y="1300163"/>
            <a:ext cx="1130944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한계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픽셀 기반의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Atari </a:t>
            </a: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환경이나 </a:t>
            </a: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CNN</a:t>
            </a: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구조를 구현 못함</a:t>
            </a:r>
            <a:endParaRPr lang="en-US" altLang="ko-KR" kern="100" dirty="0">
              <a:latin typeface="Mangal Pro" panose="00000500000000000000" pitchFamily="2" charset="0"/>
              <a:ea typeface="서강체 TTF" pitchFamily="2" charset="-127"/>
              <a:cs typeface="Mangal Pro" panose="00000500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비교적 단순한 데이터를 활용하여 일반화에는 한계 존재</a:t>
            </a:r>
            <a:endParaRPr lang="en-US" altLang="ko-KR" kern="100" dirty="0">
              <a:latin typeface="Mangal Pro" panose="00000500000000000000" pitchFamily="2" charset="0"/>
              <a:ea typeface="서강체 TTF" pitchFamily="2" charset="-127"/>
              <a:cs typeface="Mangal Pro" panose="00000500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이미지</a:t>
            </a:r>
            <a:endParaRPr lang="en-US" altLang="ko-KR" kern="100" dirty="0">
              <a:latin typeface="Mangal Pro" panose="00000500000000000000" pitchFamily="2" charset="0"/>
              <a:ea typeface="서강체 TTF" pitchFamily="2" charset="-127"/>
              <a:cs typeface="Mangal Pro" panose="00000500000000000000" pitchFamily="2" charset="0"/>
            </a:endParaRPr>
          </a:p>
          <a:p>
            <a:pPr marL="285750" indent="-285750">
              <a:buFontTx/>
              <a:buChar char="-"/>
            </a:pPr>
            <a:endParaRPr lang="en-US" altLang="ko-KR" kern="100" dirty="0">
              <a:latin typeface="Mangal Pro" panose="00000500000000000000" pitchFamily="2" charset="0"/>
              <a:ea typeface="서강체 TTF" pitchFamily="2" charset="-127"/>
              <a:cs typeface="Mangal Pro" panose="000005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2400" kern="100" dirty="0"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</a:rPr>
              <a:t>향후 연구</a:t>
            </a:r>
            <a:endParaRPr lang="en-US" altLang="ko-KR" sz="2400" kern="100" dirty="0"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</a:endParaRPr>
          </a:p>
          <a:p>
            <a:pPr marL="285750" indent="-285750">
              <a:buFontTx/>
              <a:buChar char="-"/>
            </a:pP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비교적 단순한 이미지 환경으로 실험 확장</a:t>
            </a:r>
            <a:endParaRPr lang="en-US" altLang="ko-KR" kern="100" dirty="0">
              <a:latin typeface="Mangal Pro" panose="00000500000000000000" pitchFamily="2" charset="0"/>
              <a:ea typeface="서강체 TTF" pitchFamily="2" charset="-127"/>
              <a:cs typeface="Mangal Pro" panose="00000500000000000000" pitchFamily="2" charset="0"/>
            </a:endParaRPr>
          </a:p>
          <a:p>
            <a:pPr marL="285750" indent="-285750">
              <a:buFontTx/>
              <a:buChar char="-"/>
            </a:pPr>
            <a:r>
              <a:rPr lang="en-US" altLang="ko-KR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Dueling DQN </a:t>
            </a:r>
            <a:r>
              <a:rPr lang="ko-KR" altLang="en-US" kern="100" dirty="0"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</a:rPr>
              <a:t>등의 추가적인 기법을 통한 비교</a:t>
            </a:r>
            <a:endParaRPr lang="en-US" altLang="ko-KR" kern="100" dirty="0">
              <a:latin typeface="Mangal Pro" panose="00000500000000000000" pitchFamily="2" charset="0"/>
              <a:ea typeface="서강체 TTF" pitchFamily="2" charset="-127"/>
              <a:cs typeface="Mangal Pro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499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1A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3B66A7-9637-24B3-E19E-7A6DBA0E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BC36DB32-CD04-40AB-BAD9-092598F44769}"/>
              </a:ext>
            </a:extLst>
          </p:cNvPr>
          <p:cNvCxnSpPr>
            <a:cxnSpLocks/>
          </p:cNvCxnSpPr>
          <p:nvPr/>
        </p:nvCxnSpPr>
        <p:spPr>
          <a:xfrm>
            <a:off x="1049628" y="1285461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oogle Shape;446;p1">
            <a:extLst>
              <a:ext uri="{FF2B5EF4-FFF2-40B4-BE49-F238E27FC236}">
                <a16:creationId xmlns:a16="http://schemas.microsoft.com/office/drawing/2014/main" id="{4523C41E-4477-A21F-72B7-EC11FC16C047}"/>
              </a:ext>
            </a:extLst>
          </p:cNvPr>
          <p:cNvSpPr txBox="1"/>
          <p:nvPr/>
        </p:nvSpPr>
        <p:spPr>
          <a:xfrm>
            <a:off x="3554943" y="3030799"/>
            <a:ext cx="5099286" cy="79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5400"/>
            </a:pPr>
            <a:r>
              <a:rPr lang="ko-KR" altLang="en-US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참조문헌</a:t>
            </a:r>
            <a:endParaRPr lang="en-US" altLang="ko-KR" sz="28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CA64419-B91F-40D7-B6CC-C6E899BE96D8}"/>
              </a:ext>
            </a:extLst>
          </p:cNvPr>
          <p:cNvCxnSpPr>
            <a:cxnSpLocks/>
          </p:cNvCxnSpPr>
          <p:nvPr/>
        </p:nvCxnSpPr>
        <p:spPr>
          <a:xfrm>
            <a:off x="1049628" y="5593444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11849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48F4E-9001-9EDD-707B-FA0B43DB1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BADE4B1-239B-320F-6296-33BB052816DF}"/>
              </a:ext>
            </a:extLst>
          </p:cNvPr>
          <p:cNvSpPr txBox="1"/>
          <p:nvPr/>
        </p:nvSpPr>
        <p:spPr>
          <a:xfrm>
            <a:off x="662941" y="25757"/>
            <a:ext cx="19965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kern="100" dirty="0">
                <a:solidFill>
                  <a:schemeClr val="bg1"/>
                </a:solidFill>
                <a:latin typeface="Mangal Pro" panose="020B0502040204020203" pitchFamily="2" charset="0"/>
                <a:ea typeface="서강체 TTF" pitchFamily="2" charset="-127"/>
                <a:cs typeface="Mangal Pro" panose="020B0502040204020203" pitchFamily="2" charset="0"/>
                <a:sym typeface="Arial"/>
              </a:rPr>
              <a:t>참조문헌</a:t>
            </a:r>
            <a:endParaRPr lang="en-US" altLang="ko-KR" sz="12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Google Shape;511;p3">
            <a:extLst>
              <a:ext uri="{FF2B5EF4-FFF2-40B4-BE49-F238E27FC236}">
                <a16:creationId xmlns:a16="http://schemas.microsoft.com/office/drawing/2014/main" id="{A8735374-3E2D-48E7-0CBD-FAEEFF26C182}"/>
              </a:ext>
            </a:extLst>
          </p:cNvPr>
          <p:cNvSpPr txBox="1"/>
          <p:nvPr/>
        </p:nvSpPr>
        <p:spPr>
          <a:xfrm>
            <a:off x="338139" y="551395"/>
            <a:ext cx="6429375" cy="496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ko-KR" altLang="en-US" sz="2800" kern="100" dirty="0">
                <a:solidFill>
                  <a:srgbClr val="891A1C"/>
                </a:solidFill>
                <a:latin typeface="맑은 고딕" panose="020B0503020000020004" pitchFamily="50" charset="-127"/>
                <a:ea typeface="서강체 TTF" pitchFamily="2" charset="-127"/>
                <a:cs typeface="Times New Roman" panose="02020603050405020304" pitchFamily="18" charset="0"/>
                <a:sym typeface="Arial"/>
              </a:rPr>
              <a:t>참조문헌</a:t>
            </a:r>
            <a:endParaRPr sz="2800" kern="100" dirty="0">
              <a:solidFill>
                <a:srgbClr val="891A1C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78045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91A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2E4FB-BCD7-9B1E-EDEE-1C78D1F3C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E042A83-F1D2-F5CC-CB58-1574882BAFBA}"/>
              </a:ext>
            </a:extLst>
          </p:cNvPr>
          <p:cNvCxnSpPr>
            <a:cxnSpLocks/>
          </p:cNvCxnSpPr>
          <p:nvPr/>
        </p:nvCxnSpPr>
        <p:spPr>
          <a:xfrm>
            <a:off x="1049628" y="1285461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oogle Shape;446;p1">
            <a:extLst>
              <a:ext uri="{FF2B5EF4-FFF2-40B4-BE49-F238E27FC236}">
                <a16:creationId xmlns:a16="http://schemas.microsoft.com/office/drawing/2014/main" id="{67BFC70E-1BF0-55EF-1057-3991E2F208A3}"/>
              </a:ext>
            </a:extLst>
          </p:cNvPr>
          <p:cNvSpPr txBox="1"/>
          <p:nvPr/>
        </p:nvSpPr>
        <p:spPr>
          <a:xfrm>
            <a:off x="3554943" y="3030799"/>
            <a:ext cx="5099286" cy="79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rgbClr val="000000"/>
              </a:buClr>
              <a:buSzPts val="5400"/>
            </a:pPr>
            <a:r>
              <a:rPr lang="ko-KR" altLang="en-US" sz="2800" kern="100" dirty="0">
                <a:solidFill>
                  <a:schemeClr val="bg1"/>
                </a:solidFill>
                <a:latin typeface="Mangal Pro" panose="00000500000000000000" pitchFamily="2" charset="0"/>
                <a:ea typeface="서강체 TTF" pitchFamily="2" charset="-127"/>
                <a:cs typeface="Mangal Pro" panose="00000500000000000000" pitchFamily="2" charset="0"/>
                <a:sym typeface="Arial"/>
              </a:rPr>
              <a:t>감사합니다</a:t>
            </a:r>
            <a:endParaRPr lang="en-US" altLang="ko-KR" sz="2800" kern="100" dirty="0">
              <a:solidFill>
                <a:schemeClr val="bg1"/>
              </a:solidFill>
              <a:latin typeface="맑은 고딕" panose="020B0503020000020004" pitchFamily="50" charset="-127"/>
              <a:ea typeface="서강체 TTF" pitchFamily="2" charset="-127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4AB2DE1-3EAD-04B8-9C8C-CC6EF0531972}"/>
              </a:ext>
            </a:extLst>
          </p:cNvPr>
          <p:cNvCxnSpPr>
            <a:cxnSpLocks/>
          </p:cNvCxnSpPr>
          <p:nvPr/>
        </p:nvCxnSpPr>
        <p:spPr>
          <a:xfrm>
            <a:off x="1049628" y="5593444"/>
            <a:ext cx="10109916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7598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426</TotalTime>
  <Words>1159</Words>
  <Application>Microsoft Office PowerPoint</Application>
  <PresentationFormat>와이드스크린</PresentationFormat>
  <Paragraphs>214</Paragraphs>
  <Slides>28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4" baseType="lpstr">
      <vt:lpstr>맑은 고딕</vt:lpstr>
      <vt:lpstr>서강체 TTF</vt:lpstr>
      <vt:lpstr>Arial</vt:lpstr>
      <vt:lpstr>Mangal Pro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이채원</dc:creator>
  <cp:lastModifiedBy>이채원</cp:lastModifiedBy>
  <cp:revision>25</cp:revision>
  <dcterms:created xsi:type="dcterms:W3CDTF">2025-12-07T07:49:45Z</dcterms:created>
  <dcterms:modified xsi:type="dcterms:W3CDTF">2025-12-07T14:56:38Z</dcterms:modified>
</cp:coreProperties>
</file>